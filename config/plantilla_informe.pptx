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embeddings/oleObject1.bin" ContentType="application/vnd.openxmlformats-officedocument.oleObject"/>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97" r:id="rId1"/>
  </p:sldMasterIdLst>
  <p:notesMasterIdLst>
    <p:notesMasterId r:id="rId13"/>
  </p:notesMasterIdLst>
  <p:sldIdLst>
    <p:sldId id="2147482767" r:id="rId2"/>
    <p:sldId id="911" r:id="rId3"/>
    <p:sldId id="1467" r:id="rId4"/>
    <p:sldId id="2147482733" r:id="rId5"/>
    <p:sldId id="424" r:id="rId6"/>
    <p:sldId id="909" r:id="rId7"/>
    <p:sldId id="2147482753" r:id="rId8"/>
    <p:sldId id="2147482803" r:id="rId9"/>
    <p:sldId id="912" r:id="rId10"/>
    <p:sldId id="915" r:id="rId11"/>
    <p:sldId id="913" r:id="rId12"/>
  </p:sldIdLst>
  <p:sldSz cx="12192000" cy="6858000"/>
  <p:notesSz cx="6742113" cy="9872663"/>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9pPr>
  </p:defaultTextStyle>
  <p:extLst>
    <p:ext uri="{EFAFB233-063F-42B5-8137-9DF3F51BA10A}">
      <p15:sldGuideLst xmlns:p15="http://schemas.microsoft.com/office/powerpoint/2012/main">
        <p15:guide id="8" pos="302" userDrawn="1">
          <p15:clr>
            <a:srgbClr val="A4A3A4"/>
          </p15:clr>
        </p15:guide>
        <p15:guide id="9" pos="5496" userDrawn="1">
          <p15:clr>
            <a:srgbClr val="A4A3A4"/>
          </p15:clr>
        </p15:guide>
        <p15:guide id="10" orient="horz" pos="686" userDrawn="1">
          <p15:clr>
            <a:srgbClr val="A4A3A4"/>
          </p15:clr>
        </p15:guide>
        <p15:guide id="11" orient="horz" pos="2954" userDrawn="1">
          <p15:clr>
            <a:srgbClr val="A4A3A4"/>
          </p15:clr>
        </p15:guide>
        <p15:guide id="12" pos="669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60A16"/>
    <a:srgbClr val="FFFFFF"/>
    <a:srgbClr val="6FB1AF"/>
    <a:srgbClr val="64ABA9"/>
    <a:srgbClr val="F9DC07"/>
    <a:srgbClr val="B4B4B4"/>
    <a:srgbClr val="E36158"/>
    <a:srgbClr val="FBF8E9"/>
    <a:srgbClr val="00CC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8F44A2F1-9E1F-4B54-A3A2-5F16C0AD49E2}"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0DEEF"/>
          </a:solidFill>
        </a:fill>
      </a:tcStyle>
    </a:wholeTbl>
    <a:band2H>
      <a:tcTxStyle/>
      <a:tcStyle>
        <a:tcBdr/>
        <a:fill>
          <a:solidFill>
            <a:srgbClr val="E9EFF7"/>
          </a:solidFill>
        </a:fill>
      </a:tcStyle>
    </a:band2H>
    <a:firstCol>
      <a:tcTxStyle b="on" i="off">
        <a:fontRef idx="minor">
          <a:srgbClr val="FFFFFF"/>
        </a:fontRef>
        <a:srgbClr val="FFFFFF"/>
      </a:tcTxStyle>
      <a:tcStyle>
        <a:tcBdr>
          <a:left>
            <a:ln w="12700" cap="flat">
              <a:solidFill>
                <a:srgbClr val="FFFFFF"/>
              </a:solidFill>
              <a:prstDash val="solid"/>
              <a:round/>
            </a:ln>
          </a:left>
          <a:right>
            <a:ln w="381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5B9BD5"/>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5B9BD5"/>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5B9BD5"/>
          </a:solidFill>
        </a:fill>
      </a:tcStyle>
    </a:firstRow>
  </a:tblStyle>
  <a:tblStyle styleId="{C7B018BB-80A7-4F77-B60F-C8B233D01FF8}" styleName="">
    <a:tblBg/>
    <a:wholeTbl>
      <a:tcTxStyle>
        <a:font>
          <a:latin typeface="Helvetica Light"/>
          <a:ea typeface="Helvetica Light"/>
          <a:cs typeface="Helvetica Light"/>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n">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5AC831"/>
          </a:solidFill>
        </a:fill>
      </a:tcStyle>
    </a:firstCol>
    <a:lastRow>
      <a:tcTxStyle>
        <a:font>
          <a:latin typeface="Helvetica Light"/>
          <a:ea typeface="Helvetica Light"/>
          <a:cs typeface="Helvetica Light"/>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lastRow>
    <a:firstRow>
      <a:tcTxStyle b="on">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2"/>
          </a:solidFill>
        </a:fill>
      </a:tcStyle>
    </a:firstRow>
  </a:tblStyle>
  <a:tblStyle styleId="{EEE7283C-3CF3-47DC-8721-378D4A62B228}" styleName="">
    <a:tblBg/>
    <a:wholeTbl>
      <a:tcTxStyle>
        <a:font>
          <a:latin typeface="Helvetica Light"/>
          <a:ea typeface="Helvetica Light"/>
          <a:cs typeface="Helvetica Light"/>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E6E3D7"/>
          </a:solidFill>
        </a:fill>
      </a:tcStyle>
    </a:wholeTbl>
    <a:band2H>
      <a:tcTxStyle/>
      <a:tcStyle>
        <a:tcBdr/>
        <a:fill>
          <a:solidFill>
            <a:srgbClr val="C3C2C2"/>
          </a:solidFill>
        </a:fill>
      </a:tcStyle>
    </a:band2H>
    <a:firstCol>
      <a:tcTxStyle b="on">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09C99"/>
          </a:solidFill>
        </a:fill>
      </a:tcStyle>
    </a:firstCol>
    <a:lastRow>
      <a:tcTxStyle b="on">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lastRow>
    <a:firstRow>
      <a:tcTxStyle b="on">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firstRow>
  </a:tblStyle>
  <a:tblStyle styleId="{CF821DB8-F4EB-4A41-A1BA-3FCAFE7338EE}" styleName="">
    <a:tblBg/>
    <a:wholeTbl>
      <a:tcTxStyle>
        <a:font>
          <a:latin typeface="Helvetica Light"/>
          <a:ea typeface="Helvetica Light"/>
          <a:cs typeface="Helvetica Light"/>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EBEBEB"/>
          </a:solidFill>
        </a:fill>
      </a:tcStyle>
    </a:wholeTbl>
    <a:band2H>
      <a:tcTxStyle/>
      <a:tcStyle>
        <a:tcBdr/>
        <a:fill>
          <a:solidFill>
            <a:srgbClr val="DCE5E6"/>
          </a:solidFill>
        </a:fill>
      </a:tcStyle>
    </a:band2H>
    <a:firstCol>
      <a:tcTxStyle b="on">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Col>
    <a:lastRow>
      <a:tcTxStyle b="on">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lastRow>
    <a:firstRow>
      <a:tcTxStyle b="on">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Row>
  </a:tblStyle>
  <a:tblStyle styleId="{33BA23B1-9221-436E-865A-0063620EA4FD}" styleName="">
    <a:tblBg/>
    <a:wholeTbl>
      <a:tcTxStyle>
        <a:font>
          <a:latin typeface="Helvetica Light"/>
          <a:ea typeface="Helvetica Light"/>
          <a:cs typeface="Helvetica Light"/>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D0D1D2"/>
          </a:solidFill>
        </a:fill>
      </a:tcStyle>
    </a:wholeTbl>
    <a:band2H>
      <a:tcTxStyle/>
      <a:tcStyle>
        <a:tcBdr/>
        <a:fill>
          <a:solidFill>
            <a:srgbClr val="DEDEDF"/>
          </a:solidFill>
        </a:fill>
      </a:tcStyle>
    </a:band2H>
    <a:firstCol>
      <a:tcTxStyle b="on">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761"/>
          </a:solidFill>
        </a:fill>
      </a:tcStyle>
    </a:firstCol>
    <a:lastRow>
      <a:tcTxStyle b="on">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909398"/>
          </a:solidFill>
        </a:fill>
      </a:tcStyle>
    </a:lastRow>
    <a:firstRow>
      <a:tcTxStyle b="on">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67C85"/>
          </a:solidFill>
        </a:fill>
      </a:tcStyle>
    </a:firstRow>
  </a:tblStyle>
  <a:tblStyle styleId="{2708684C-4D16-4618-839F-0558EEFCDFE6}" styleName="">
    <a:tblBg/>
    <a:wholeTbl>
      <a:tcTxStyle>
        <a:font>
          <a:latin typeface="Helvetica Light"/>
          <a:ea typeface="Helvetica Light"/>
          <a:cs typeface="Helvetica Light"/>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a:font>
          <a:latin typeface="Helvetica"/>
          <a:ea typeface="Helvetica"/>
          <a:cs typeface="Helvetica"/>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 styleId="{4C3C2611-4C71-4FC5-86AE-919BDF0F9419}" styleName="">
    <a:tblBg/>
    <a:wholeTbl>
      <a:tcTxStyle>
        <a:font>
          <a:latin typeface="Helvetica Light"/>
          <a:ea typeface="Helvetica Light"/>
          <a:cs typeface="Helvetica Light"/>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a:font>
          <a:latin typeface="Helvetica"/>
          <a:ea typeface="Helvetica"/>
          <a:cs typeface="Helvetica"/>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398CCE"/>
          </a:solidFill>
        </a:fill>
      </a:tcStyle>
    </a:firstCol>
    <a:lastRow>
      <a:tcTxStyle>
        <a:font>
          <a:latin typeface="Helvetica Light"/>
          <a:ea typeface="Helvetica Light"/>
          <a:cs typeface="Helvetica Light"/>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a:font>
          <a:latin typeface="Helvetica"/>
          <a:ea typeface="Helvetica"/>
          <a:cs typeface="Helvetica"/>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1" d="100"/>
          <a:sy n="101" d="100"/>
        </p:scale>
        <p:origin x="876" y="108"/>
      </p:cViewPr>
      <p:guideLst>
        <p:guide pos="302"/>
        <p:guide pos="5496"/>
        <p:guide orient="horz" pos="686"/>
        <p:guide orient="horz" pos="2954"/>
        <p:guide pos="669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9" name="Shape 109"/>
          <p:cNvSpPr>
            <a:spLocks noGrp="1" noRot="1" noChangeAspect="1"/>
          </p:cNvSpPr>
          <p:nvPr>
            <p:ph type="sldImg"/>
          </p:nvPr>
        </p:nvSpPr>
        <p:spPr>
          <a:xfrm>
            <a:off x="79375" y="739775"/>
            <a:ext cx="6583363" cy="3703638"/>
          </a:xfrm>
          <a:prstGeom prst="rect">
            <a:avLst/>
          </a:prstGeom>
        </p:spPr>
        <p:txBody>
          <a:bodyPr lIns="91432" tIns="45716" rIns="91432" bIns="45716"/>
          <a:lstStyle/>
          <a:p>
            <a:endParaRPr/>
          </a:p>
        </p:txBody>
      </p:sp>
      <p:sp>
        <p:nvSpPr>
          <p:cNvPr id="110" name="Shape 110"/>
          <p:cNvSpPr>
            <a:spLocks noGrp="1"/>
          </p:cNvSpPr>
          <p:nvPr>
            <p:ph type="body" sz="quarter" idx="1"/>
          </p:nvPr>
        </p:nvSpPr>
        <p:spPr>
          <a:xfrm>
            <a:off x="898953" y="4689521"/>
            <a:ext cx="4944217" cy="4442699"/>
          </a:xfrm>
          <a:prstGeom prst="rect">
            <a:avLst/>
          </a:prstGeom>
        </p:spPr>
        <p:txBody>
          <a:bodyPr lIns="91432" tIns="45716" rIns="91432" bIns="45716"/>
          <a:lstStyle/>
          <a:p>
            <a:endParaRPr/>
          </a:p>
        </p:txBody>
      </p:sp>
    </p:spTree>
    <p:extLst>
      <p:ext uri="{BB962C8B-B14F-4D97-AF65-F5344CB8AC3E}">
        <p14:creationId xmlns:p14="http://schemas.microsoft.com/office/powerpoint/2010/main" val="2202409842"/>
      </p:ext>
    </p:extLst>
  </p:cSld>
  <p:clrMap bg1="lt1" tx1="dk1" bg2="lt2" tx2="dk2" accent1="accent1" accent2="accent2" accent3="accent3" accent4="accent4" accent5="accent5" accent6="accent6" hlink="hlink" folHlink="folHlink"/>
  <p:notesStyle>
    <a:lvl1pPr defTabSz="457200" latinLnBrk="0">
      <a:defRPr sz="2200" b="0" i="0">
        <a:latin typeface="Century Gothic" panose="020B0502020202020204" pitchFamily="34" charset="0"/>
        <a:ea typeface="Century Gothic" panose="020B0502020202020204" pitchFamily="34" charset="0"/>
        <a:cs typeface="Lucida Grande"/>
        <a:sym typeface="Lucida Grande"/>
      </a:defRPr>
    </a:lvl1pPr>
    <a:lvl2pPr indent="228600" defTabSz="457200" latinLnBrk="0">
      <a:defRPr sz="2200">
        <a:latin typeface="Lucida Grande"/>
        <a:ea typeface="Lucida Grande"/>
        <a:cs typeface="Lucida Grande"/>
        <a:sym typeface="Lucida Grande"/>
      </a:defRPr>
    </a:lvl2pPr>
    <a:lvl3pPr indent="457200" defTabSz="457200" latinLnBrk="0">
      <a:defRPr sz="2200">
        <a:latin typeface="Lucida Grande"/>
        <a:ea typeface="Lucida Grande"/>
        <a:cs typeface="Lucida Grande"/>
        <a:sym typeface="Lucida Grande"/>
      </a:defRPr>
    </a:lvl3pPr>
    <a:lvl4pPr indent="685800" defTabSz="457200" latinLnBrk="0">
      <a:defRPr sz="2200">
        <a:latin typeface="Lucida Grande"/>
        <a:ea typeface="Lucida Grande"/>
        <a:cs typeface="Lucida Grande"/>
        <a:sym typeface="Lucida Grande"/>
      </a:defRPr>
    </a:lvl4pPr>
    <a:lvl5pPr indent="914400" defTabSz="457200" latinLnBrk="0">
      <a:defRPr sz="2200">
        <a:latin typeface="Lucida Grande"/>
        <a:ea typeface="Lucida Grande"/>
        <a:cs typeface="Lucida Grande"/>
        <a:sym typeface="Lucida Grande"/>
      </a:defRPr>
    </a:lvl5pPr>
    <a:lvl6pPr indent="1143000" defTabSz="457200" latinLnBrk="0">
      <a:defRPr sz="2200">
        <a:latin typeface="Lucida Grande"/>
        <a:ea typeface="Lucida Grande"/>
        <a:cs typeface="Lucida Grande"/>
        <a:sym typeface="Lucida Grande"/>
      </a:defRPr>
    </a:lvl6pPr>
    <a:lvl7pPr indent="1371600" defTabSz="457200" latinLnBrk="0">
      <a:defRPr sz="2200">
        <a:latin typeface="Lucida Grande"/>
        <a:ea typeface="Lucida Grande"/>
        <a:cs typeface="Lucida Grande"/>
        <a:sym typeface="Lucida Grande"/>
      </a:defRPr>
    </a:lvl7pPr>
    <a:lvl8pPr indent="1600200" defTabSz="457200" latinLnBrk="0">
      <a:defRPr sz="2200">
        <a:latin typeface="Lucida Grande"/>
        <a:ea typeface="Lucida Grande"/>
        <a:cs typeface="Lucida Grande"/>
        <a:sym typeface="Lucida Grande"/>
      </a:defRPr>
    </a:lvl8pPr>
    <a:lvl9pPr indent="1828800" defTabSz="457200" latinLnBrk="0">
      <a:defRPr sz="2200">
        <a:latin typeface="Lucida Grande"/>
        <a:ea typeface="Lucida Grande"/>
        <a:cs typeface="Lucida Grande"/>
        <a:sym typeface="Lucida Grande"/>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tags" Target="../tags/tag2.xml"/><Relationship Id="rId3" Type="http://schemas.openxmlformats.org/officeDocument/2006/relationships/slideMaster" Target="../slideMasters/slideMaster1.xml"/><Relationship Id="rId4" Type="http://schemas.openxmlformats.org/officeDocument/2006/relationships/oleObject" Target="../embeddings/oleObject1.bin"/><Relationship Id="rId5" Type="http://schemas.openxmlformats.org/officeDocument/2006/relationships/image" Target="../media/image1.emf"/></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197" indent="0" algn="ctr">
              <a:buNone/>
              <a:defRPr sz="2000"/>
            </a:lvl2pPr>
            <a:lvl3pPr marL="914394" indent="0" algn="ctr">
              <a:buNone/>
              <a:defRPr sz="1800"/>
            </a:lvl3pPr>
            <a:lvl4pPr marL="1371591" indent="0" algn="ctr">
              <a:buNone/>
              <a:defRPr sz="1600"/>
            </a:lvl4pPr>
            <a:lvl5pPr marL="1828789" indent="0" algn="ctr">
              <a:buNone/>
              <a:defRPr sz="1600"/>
            </a:lvl5pPr>
            <a:lvl6pPr marL="2285986" indent="0" algn="ctr">
              <a:buNone/>
              <a:defRPr sz="1600"/>
            </a:lvl6pPr>
            <a:lvl7pPr marL="2743183" indent="0" algn="ctr">
              <a:buNone/>
              <a:defRPr sz="1600"/>
            </a:lvl7pPr>
            <a:lvl8pPr marL="3200380" indent="0" algn="ctr">
              <a:buNone/>
              <a:defRPr sz="1600"/>
            </a:lvl8pPr>
            <a:lvl9pPr marL="3657577" indent="0" algn="ctr">
              <a:buNone/>
              <a:defRPr sz="1600"/>
            </a:lvl9pPr>
          </a:lstStyle>
          <a:p>
            <a:r>
              <a:rPr lang="es-ES"/>
              <a:t>Haga clic para modificar el estilo de subtítulo del patrón</a:t>
            </a:r>
            <a:endParaRPr lang="en-US"/>
          </a:p>
        </p:txBody>
      </p:sp>
      <p:sp>
        <p:nvSpPr>
          <p:cNvPr id="4" name="Date Placeholder 3"/>
          <p:cNvSpPr>
            <a:spLocks noGrp="1"/>
          </p:cNvSpPr>
          <p:nvPr>
            <p:ph type="dt" sz="half" idx="10"/>
          </p:nvPr>
        </p:nvSpPr>
        <p:spPr/>
        <p:txBody>
          <a:bodyPr/>
          <a:lstStyle/>
          <a:p>
            <a:fld id="{16531F33-E128-46B7-987C-BAE430EE05AE}" type="datetime1">
              <a:rPr lang="en-US" smtClean="0"/>
              <a:t>8/27/2026</a:t>
            </a:fld>
            <a:endParaRPr lang="en-US"/>
          </a:p>
        </p:txBody>
      </p:sp>
      <p:sp>
        <p:nvSpPr>
          <p:cNvPr id="5" name="Footer Placeholder 4"/>
          <p:cNvSpPr>
            <a:spLocks noGrp="1"/>
          </p:cNvSpPr>
          <p:nvPr>
            <p:ph type="ftr" sz="quarter" idx="11"/>
          </p:nvPr>
        </p:nvSpPr>
        <p:spPr/>
        <p:txBody>
          <a:bodyPr/>
          <a:lstStyle/>
          <a:p>
            <a:pPr marL="15368"/>
            <a:r>
              <a:rPr lang="es-ES" sz="1028" spc="-97">
                <a:solidFill>
                  <a:srgbClr val="898989"/>
                </a:solidFill>
                <a:latin typeface="Arial"/>
                <a:cs typeface="Arial"/>
              </a:rPr>
              <a:t>11/9/17</a:t>
            </a:r>
            <a:endParaRPr lang="es-ES" sz="1028">
              <a:latin typeface="Arial"/>
              <a:cs typeface="Arial"/>
            </a:endParaRPr>
          </a:p>
        </p:txBody>
      </p:sp>
      <p:sp>
        <p:nvSpPr>
          <p:cNvPr id="6" name="Slide Number Placeholder 5"/>
          <p:cNvSpPr>
            <a:spLocks noGrp="1"/>
          </p:cNvSpPr>
          <p:nvPr>
            <p:ph type="sldNum" sz="quarter" idx="12"/>
          </p:nvPr>
        </p:nvSpPr>
        <p:spPr/>
        <p:txBody>
          <a:bodyPr/>
          <a:lstStyle/>
          <a:p>
            <a:pPr marL="94512"/>
            <a:fld id="{81D60167-4931-47E6-BA6A-407CBD079E47}" type="slidenum">
              <a:rPr lang="es-ES" sz="1028" spc="43" smtClean="0">
                <a:solidFill>
                  <a:srgbClr val="898989"/>
                </a:solidFill>
                <a:latin typeface="Arial"/>
                <a:cs typeface="Arial"/>
              </a:rPr>
              <a:pPr marL="94512"/>
              <a:t>‹#›</a:t>
            </a:fld>
            <a:endParaRPr lang="es-ES" sz="1028">
              <a:latin typeface="Arial"/>
              <a:cs typeface="Arial"/>
            </a:endParaRPr>
          </a:p>
        </p:txBody>
      </p:sp>
    </p:spTree>
    <p:extLst>
      <p:ext uri="{BB962C8B-B14F-4D97-AF65-F5344CB8AC3E}">
        <p14:creationId xmlns:p14="http://schemas.microsoft.com/office/powerpoint/2010/main" val="5105969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a:p>
        </p:txBody>
      </p:sp>
      <p:sp>
        <p:nvSpPr>
          <p:cNvPr id="3" name="Content Placeholder 2"/>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10"/>
          </p:nvPr>
        </p:nvSpPr>
        <p:spPr/>
        <p:txBody>
          <a:bodyPr/>
          <a:lstStyle/>
          <a:p>
            <a:fld id="{5D1438D1-E7E2-4123-9F05-5C00160FFFFD}" type="datetime1">
              <a:rPr lang="en-US" smtClean="0"/>
              <a:t>8/27/2026</a:t>
            </a:fld>
            <a:endParaRPr lang="en-US"/>
          </a:p>
        </p:txBody>
      </p:sp>
      <p:sp>
        <p:nvSpPr>
          <p:cNvPr id="5" name="Footer Placeholder 4"/>
          <p:cNvSpPr>
            <a:spLocks noGrp="1"/>
          </p:cNvSpPr>
          <p:nvPr>
            <p:ph type="ftr" sz="quarter" idx="11"/>
          </p:nvPr>
        </p:nvSpPr>
        <p:spPr/>
        <p:txBody>
          <a:bodyPr/>
          <a:lstStyle/>
          <a:p>
            <a:pPr marL="15368"/>
            <a:r>
              <a:rPr lang="es-ES" sz="1028" spc="-97">
                <a:solidFill>
                  <a:srgbClr val="898989"/>
                </a:solidFill>
                <a:latin typeface="Arial"/>
                <a:cs typeface="Arial"/>
              </a:rPr>
              <a:t>11/9/17</a:t>
            </a:r>
            <a:endParaRPr lang="es-ES" sz="1028">
              <a:latin typeface="Arial"/>
              <a:cs typeface="Arial"/>
            </a:endParaRPr>
          </a:p>
        </p:txBody>
      </p:sp>
      <p:sp>
        <p:nvSpPr>
          <p:cNvPr id="6" name="Slide Number Placeholder 5"/>
          <p:cNvSpPr>
            <a:spLocks noGrp="1"/>
          </p:cNvSpPr>
          <p:nvPr>
            <p:ph type="sldNum" sz="quarter" idx="12"/>
          </p:nvPr>
        </p:nvSpPr>
        <p:spPr/>
        <p:txBody>
          <a:bodyPr/>
          <a:lstStyle/>
          <a:p>
            <a:pPr marL="94512"/>
            <a:fld id="{81D60167-4931-47E6-BA6A-407CBD079E47}" type="slidenum">
              <a:rPr lang="es-ES" sz="1028" spc="43" smtClean="0">
                <a:solidFill>
                  <a:srgbClr val="898989"/>
                </a:solidFill>
                <a:latin typeface="Arial"/>
                <a:cs typeface="Arial"/>
              </a:rPr>
              <a:pPr marL="94512"/>
              <a:t>‹#›</a:t>
            </a:fld>
            <a:endParaRPr lang="es-ES" sz="1028">
              <a:latin typeface="Arial"/>
              <a:cs typeface="Arial"/>
            </a:endParaRPr>
          </a:p>
        </p:txBody>
      </p:sp>
    </p:spTree>
    <p:extLst>
      <p:ext uri="{BB962C8B-B14F-4D97-AF65-F5344CB8AC3E}">
        <p14:creationId xmlns:p14="http://schemas.microsoft.com/office/powerpoint/2010/main" val="33726490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n-US"/>
          </a:p>
        </p:txBody>
      </p:sp>
      <p:sp>
        <p:nvSpPr>
          <p:cNvPr id="3" name="Text Placeholder 2"/>
          <p:cNvSpPr>
            <a:spLocks noGrp="1"/>
          </p:cNvSpPr>
          <p:nvPr>
            <p:ph type="body" idx="1"/>
          </p:nvPr>
        </p:nvSpPr>
        <p:spPr>
          <a:xfrm>
            <a:off x="831850" y="4589464"/>
            <a:ext cx="10515600" cy="1500187"/>
          </a:xfrm>
        </p:spPr>
        <p:txBody>
          <a:bodyPr/>
          <a:lstStyle>
            <a:lvl1pPr marL="0" indent="0">
              <a:buNone/>
              <a:defRPr sz="2400">
                <a:solidFill>
                  <a:schemeClr val="tx1">
                    <a:tint val="75000"/>
                  </a:schemeClr>
                </a:solidFill>
              </a:defRPr>
            </a:lvl1pPr>
            <a:lvl2pPr marL="457197" indent="0">
              <a:buNone/>
              <a:defRPr sz="2000">
                <a:solidFill>
                  <a:schemeClr val="tx1">
                    <a:tint val="75000"/>
                  </a:schemeClr>
                </a:solidFill>
              </a:defRPr>
            </a:lvl2pPr>
            <a:lvl3pPr marL="914394" indent="0">
              <a:buNone/>
              <a:defRPr sz="1800">
                <a:solidFill>
                  <a:schemeClr val="tx1">
                    <a:tint val="75000"/>
                  </a:schemeClr>
                </a:solidFill>
              </a:defRPr>
            </a:lvl3pPr>
            <a:lvl4pPr marL="1371591" indent="0">
              <a:buNone/>
              <a:defRPr sz="1600">
                <a:solidFill>
                  <a:schemeClr val="tx1">
                    <a:tint val="75000"/>
                  </a:schemeClr>
                </a:solidFill>
              </a:defRPr>
            </a:lvl4pPr>
            <a:lvl5pPr marL="1828789" indent="0">
              <a:buNone/>
              <a:defRPr sz="1600">
                <a:solidFill>
                  <a:schemeClr val="tx1">
                    <a:tint val="75000"/>
                  </a:schemeClr>
                </a:solidFill>
              </a:defRPr>
            </a:lvl5pPr>
            <a:lvl6pPr marL="2285986" indent="0">
              <a:buNone/>
              <a:defRPr sz="1600">
                <a:solidFill>
                  <a:schemeClr val="tx1">
                    <a:tint val="75000"/>
                  </a:schemeClr>
                </a:solidFill>
              </a:defRPr>
            </a:lvl6pPr>
            <a:lvl7pPr marL="2743183" indent="0">
              <a:buNone/>
              <a:defRPr sz="1600">
                <a:solidFill>
                  <a:schemeClr val="tx1">
                    <a:tint val="75000"/>
                  </a:schemeClr>
                </a:solidFill>
              </a:defRPr>
            </a:lvl7pPr>
            <a:lvl8pPr marL="3200380" indent="0">
              <a:buNone/>
              <a:defRPr sz="1600">
                <a:solidFill>
                  <a:schemeClr val="tx1">
                    <a:tint val="75000"/>
                  </a:schemeClr>
                </a:solidFill>
              </a:defRPr>
            </a:lvl8pPr>
            <a:lvl9pPr marL="3657577" indent="0">
              <a:buNone/>
              <a:defRPr sz="1600">
                <a:solidFill>
                  <a:schemeClr val="tx1">
                    <a:tint val="75000"/>
                  </a:schemeClr>
                </a:solidFill>
              </a:defRPr>
            </a:lvl9pPr>
          </a:lstStyle>
          <a:p>
            <a:pPr lvl="0"/>
            <a:r>
              <a:rPr lang="es-ES"/>
              <a:t>Haga clic para modificar el estilo de texto del patrón</a:t>
            </a:r>
          </a:p>
        </p:txBody>
      </p:sp>
      <p:sp>
        <p:nvSpPr>
          <p:cNvPr id="4" name="Date Placeholder 3"/>
          <p:cNvSpPr>
            <a:spLocks noGrp="1"/>
          </p:cNvSpPr>
          <p:nvPr>
            <p:ph type="dt" sz="half" idx="10"/>
          </p:nvPr>
        </p:nvSpPr>
        <p:spPr/>
        <p:txBody>
          <a:bodyPr/>
          <a:lstStyle/>
          <a:p>
            <a:fld id="{FEBE2A8F-3AE9-4CDC-8146-FA53BF4B7380}" type="datetime1">
              <a:rPr lang="en-US" smtClean="0"/>
              <a:t>8/27/2026</a:t>
            </a:fld>
            <a:endParaRPr lang="en-US"/>
          </a:p>
        </p:txBody>
      </p:sp>
      <p:sp>
        <p:nvSpPr>
          <p:cNvPr id="5" name="Footer Placeholder 4"/>
          <p:cNvSpPr>
            <a:spLocks noGrp="1"/>
          </p:cNvSpPr>
          <p:nvPr>
            <p:ph type="ftr" sz="quarter" idx="11"/>
          </p:nvPr>
        </p:nvSpPr>
        <p:spPr/>
        <p:txBody>
          <a:bodyPr/>
          <a:lstStyle/>
          <a:p>
            <a:pPr marL="15368"/>
            <a:r>
              <a:rPr lang="es-ES" sz="1028" spc="-97">
                <a:solidFill>
                  <a:srgbClr val="898989"/>
                </a:solidFill>
                <a:latin typeface="Arial"/>
                <a:cs typeface="Arial"/>
              </a:rPr>
              <a:t>11/9/17</a:t>
            </a:r>
            <a:endParaRPr lang="es-ES" sz="1028">
              <a:latin typeface="Arial"/>
              <a:cs typeface="Arial"/>
            </a:endParaRPr>
          </a:p>
        </p:txBody>
      </p:sp>
      <p:sp>
        <p:nvSpPr>
          <p:cNvPr id="6" name="Slide Number Placeholder 5"/>
          <p:cNvSpPr>
            <a:spLocks noGrp="1"/>
          </p:cNvSpPr>
          <p:nvPr>
            <p:ph type="sldNum" sz="quarter" idx="12"/>
          </p:nvPr>
        </p:nvSpPr>
        <p:spPr/>
        <p:txBody>
          <a:bodyPr/>
          <a:lstStyle/>
          <a:p>
            <a:pPr marL="94512"/>
            <a:fld id="{81D60167-4931-47E6-BA6A-407CBD079E47}" type="slidenum">
              <a:rPr lang="es-ES" sz="1028" spc="43" smtClean="0">
                <a:solidFill>
                  <a:srgbClr val="898989"/>
                </a:solidFill>
                <a:latin typeface="Arial"/>
                <a:cs typeface="Arial"/>
              </a:rPr>
              <a:pPr marL="94512"/>
              <a:t>‹#›</a:t>
            </a:fld>
            <a:endParaRPr lang="es-ES" sz="1028">
              <a:latin typeface="Arial"/>
              <a:cs typeface="Arial"/>
            </a:endParaRPr>
          </a:p>
        </p:txBody>
      </p:sp>
    </p:spTree>
    <p:extLst>
      <p:ext uri="{BB962C8B-B14F-4D97-AF65-F5344CB8AC3E}">
        <p14:creationId xmlns:p14="http://schemas.microsoft.com/office/powerpoint/2010/main" val="37377708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5" name="Date Placeholder 4"/>
          <p:cNvSpPr>
            <a:spLocks noGrp="1"/>
          </p:cNvSpPr>
          <p:nvPr>
            <p:ph type="dt" sz="half" idx="10"/>
          </p:nvPr>
        </p:nvSpPr>
        <p:spPr/>
        <p:txBody>
          <a:bodyPr/>
          <a:lstStyle/>
          <a:p>
            <a:fld id="{76AC5732-A2BB-48EB-8D09-1DB773472D6F}" type="datetime1">
              <a:rPr lang="en-US" smtClean="0"/>
              <a:t>8/27/2026</a:t>
            </a:fld>
            <a:endParaRPr lang="en-US"/>
          </a:p>
        </p:txBody>
      </p:sp>
      <p:sp>
        <p:nvSpPr>
          <p:cNvPr id="6" name="Footer Placeholder 5"/>
          <p:cNvSpPr>
            <a:spLocks noGrp="1"/>
          </p:cNvSpPr>
          <p:nvPr>
            <p:ph type="ftr" sz="quarter" idx="11"/>
          </p:nvPr>
        </p:nvSpPr>
        <p:spPr/>
        <p:txBody>
          <a:bodyPr/>
          <a:lstStyle/>
          <a:p>
            <a:pPr marL="15368"/>
            <a:r>
              <a:rPr lang="es-ES" sz="1028" spc="-97">
                <a:solidFill>
                  <a:srgbClr val="898989"/>
                </a:solidFill>
                <a:latin typeface="Arial"/>
                <a:cs typeface="Arial"/>
              </a:rPr>
              <a:t>11/9/17</a:t>
            </a:r>
            <a:endParaRPr lang="es-ES" sz="1028">
              <a:latin typeface="Arial"/>
              <a:cs typeface="Arial"/>
            </a:endParaRPr>
          </a:p>
        </p:txBody>
      </p:sp>
      <p:sp>
        <p:nvSpPr>
          <p:cNvPr id="7" name="Slide Number Placeholder 6"/>
          <p:cNvSpPr>
            <a:spLocks noGrp="1"/>
          </p:cNvSpPr>
          <p:nvPr>
            <p:ph type="sldNum" sz="quarter" idx="12"/>
          </p:nvPr>
        </p:nvSpPr>
        <p:spPr/>
        <p:txBody>
          <a:bodyPr/>
          <a:lstStyle/>
          <a:p>
            <a:pPr marL="94512"/>
            <a:fld id="{81D60167-4931-47E6-BA6A-407CBD079E47}" type="slidenum">
              <a:rPr lang="es-ES" sz="1028" spc="43" smtClean="0">
                <a:solidFill>
                  <a:srgbClr val="898989"/>
                </a:solidFill>
                <a:latin typeface="Arial"/>
                <a:cs typeface="Arial"/>
              </a:rPr>
              <a:pPr marL="94512"/>
              <a:t>‹#›</a:t>
            </a:fld>
            <a:endParaRPr lang="es-ES" sz="1028">
              <a:latin typeface="Arial"/>
              <a:cs typeface="Arial"/>
            </a:endParaRPr>
          </a:p>
        </p:txBody>
      </p:sp>
    </p:spTree>
    <p:extLst>
      <p:ext uri="{BB962C8B-B14F-4D97-AF65-F5344CB8AC3E}">
        <p14:creationId xmlns:p14="http://schemas.microsoft.com/office/powerpoint/2010/main" val="19695973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p>
            <a:r>
              <a:rPr lang="es-ES"/>
              <a:t>Haga clic para modificar el estilo de título del patrón</a:t>
            </a:r>
            <a:endParaRPr lang="en-US"/>
          </a:p>
        </p:txBody>
      </p:sp>
      <p:sp>
        <p:nvSpPr>
          <p:cNvPr id="3" name="Text Placeholder 2"/>
          <p:cNvSpPr>
            <a:spLocks noGrp="1"/>
          </p:cNvSpPr>
          <p:nvPr>
            <p:ph type="body" idx="1"/>
          </p:nvPr>
        </p:nvSpPr>
        <p:spPr>
          <a:xfrm>
            <a:off x="839788" y="1681164"/>
            <a:ext cx="5157787" cy="823912"/>
          </a:xfrm>
        </p:spPr>
        <p:txBody>
          <a:bodyPr anchor="b"/>
          <a:lstStyle>
            <a:lvl1pPr marL="0" indent="0">
              <a:buNone/>
              <a:defRPr sz="2400" b="1"/>
            </a:lvl1pPr>
            <a:lvl2pPr marL="457197" indent="0">
              <a:buNone/>
              <a:defRPr sz="2000" b="1"/>
            </a:lvl2pPr>
            <a:lvl3pPr marL="914394" indent="0">
              <a:buNone/>
              <a:defRPr sz="1800" b="1"/>
            </a:lvl3pPr>
            <a:lvl4pPr marL="1371591" indent="0">
              <a:buNone/>
              <a:defRPr sz="1600" b="1"/>
            </a:lvl4pPr>
            <a:lvl5pPr marL="1828789" indent="0">
              <a:buNone/>
              <a:defRPr sz="1600" b="1"/>
            </a:lvl5pPr>
            <a:lvl6pPr marL="2285986" indent="0">
              <a:buNone/>
              <a:defRPr sz="1600" b="1"/>
            </a:lvl6pPr>
            <a:lvl7pPr marL="2743183" indent="0">
              <a:buNone/>
              <a:defRPr sz="1600" b="1"/>
            </a:lvl7pPr>
            <a:lvl8pPr marL="3200380" indent="0">
              <a:buNone/>
              <a:defRPr sz="1600" b="1"/>
            </a:lvl8pPr>
            <a:lvl9pPr marL="3657577" indent="0">
              <a:buNone/>
              <a:defRPr sz="1600" b="1"/>
            </a:lvl9pPr>
          </a:lstStyle>
          <a:p>
            <a:pPr lvl="0"/>
            <a:r>
              <a:rPr lang="es-ES"/>
              <a:t>Haga clic para modificar el estilo de texto del patrón</a:t>
            </a:r>
          </a:p>
        </p:txBody>
      </p:sp>
      <p:sp>
        <p:nvSpPr>
          <p:cNvPr id="4" name="Content Placeholder 3"/>
          <p:cNvSpPr>
            <a:spLocks noGrp="1"/>
          </p:cNvSpPr>
          <p:nvPr>
            <p:ph sz="half" idx="2"/>
          </p:nvPr>
        </p:nvSpPr>
        <p:spPr>
          <a:xfrm>
            <a:off x="839788" y="2505075"/>
            <a:ext cx="5157787" cy="36845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5" name="Text Placeholder 4"/>
          <p:cNvSpPr>
            <a:spLocks noGrp="1"/>
          </p:cNvSpPr>
          <p:nvPr>
            <p:ph type="body" sz="quarter" idx="3"/>
          </p:nvPr>
        </p:nvSpPr>
        <p:spPr>
          <a:xfrm>
            <a:off x="6172201" y="1681164"/>
            <a:ext cx="5183188" cy="823912"/>
          </a:xfrm>
        </p:spPr>
        <p:txBody>
          <a:bodyPr anchor="b"/>
          <a:lstStyle>
            <a:lvl1pPr marL="0" indent="0">
              <a:buNone/>
              <a:defRPr sz="2400" b="1"/>
            </a:lvl1pPr>
            <a:lvl2pPr marL="457197" indent="0">
              <a:buNone/>
              <a:defRPr sz="2000" b="1"/>
            </a:lvl2pPr>
            <a:lvl3pPr marL="914394" indent="0">
              <a:buNone/>
              <a:defRPr sz="1800" b="1"/>
            </a:lvl3pPr>
            <a:lvl4pPr marL="1371591" indent="0">
              <a:buNone/>
              <a:defRPr sz="1600" b="1"/>
            </a:lvl4pPr>
            <a:lvl5pPr marL="1828789" indent="0">
              <a:buNone/>
              <a:defRPr sz="1600" b="1"/>
            </a:lvl5pPr>
            <a:lvl6pPr marL="2285986" indent="0">
              <a:buNone/>
              <a:defRPr sz="1600" b="1"/>
            </a:lvl6pPr>
            <a:lvl7pPr marL="2743183" indent="0">
              <a:buNone/>
              <a:defRPr sz="1600" b="1"/>
            </a:lvl7pPr>
            <a:lvl8pPr marL="3200380" indent="0">
              <a:buNone/>
              <a:defRPr sz="1600" b="1"/>
            </a:lvl8pPr>
            <a:lvl9pPr marL="3657577" indent="0">
              <a:buNone/>
              <a:defRPr sz="1600" b="1"/>
            </a:lvl9pPr>
          </a:lstStyle>
          <a:p>
            <a:pPr lvl="0"/>
            <a:r>
              <a:rPr lang="es-ES"/>
              <a:t>Haga clic para modificar el estilo de texto del patrón</a:t>
            </a:r>
          </a:p>
        </p:txBody>
      </p:sp>
      <p:sp>
        <p:nvSpPr>
          <p:cNvPr id="6" name="Content Placeholder 5"/>
          <p:cNvSpPr>
            <a:spLocks noGrp="1"/>
          </p:cNvSpPr>
          <p:nvPr>
            <p:ph sz="quarter" idx="4"/>
          </p:nvPr>
        </p:nvSpPr>
        <p:spPr>
          <a:xfrm>
            <a:off x="6172201" y="2505075"/>
            <a:ext cx="5183188" cy="36845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7" name="Date Placeholder 6"/>
          <p:cNvSpPr>
            <a:spLocks noGrp="1"/>
          </p:cNvSpPr>
          <p:nvPr>
            <p:ph type="dt" sz="half" idx="10"/>
          </p:nvPr>
        </p:nvSpPr>
        <p:spPr/>
        <p:txBody>
          <a:bodyPr/>
          <a:lstStyle/>
          <a:p>
            <a:fld id="{CCCD792C-687F-4AA7-8639-E25E310A0184}" type="datetime1">
              <a:rPr lang="en-US" smtClean="0"/>
              <a:t>8/27/2026</a:t>
            </a:fld>
            <a:endParaRPr lang="en-US"/>
          </a:p>
        </p:txBody>
      </p:sp>
      <p:sp>
        <p:nvSpPr>
          <p:cNvPr id="8" name="Footer Placeholder 7"/>
          <p:cNvSpPr>
            <a:spLocks noGrp="1"/>
          </p:cNvSpPr>
          <p:nvPr>
            <p:ph type="ftr" sz="quarter" idx="11"/>
          </p:nvPr>
        </p:nvSpPr>
        <p:spPr/>
        <p:txBody>
          <a:bodyPr/>
          <a:lstStyle/>
          <a:p>
            <a:pPr marL="15368"/>
            <a:r>
              <a:rPr lang="es-ES" sz="1028" spc="-97">
                <a:solidFill>
                  <a:srgbClr val="898989"/>
                </a:solidFill>
                <a:latin typeface="Arial"/>
                <a:cs typeface="Arial"/>
              </a:rPr>
              <a:t>11/9/17</a:t>
            </a:r>
            <a:endParaRPr lang="es-ES" sz="1028">
              <a:latin typeface="Arial"/>
              <a:cs typeface="Arial"/>
            </a:endParaRPr>
          </a:p>
        </p:txBody>
      </p:sp>
      <p:sp>
        <p:nvSpPr>
          <p:cNvPr id="9" name="Slide Number Placeholder 8"/>
          <p:cNvSpPr>
            <a:spLocks noGrp="1"/>
          </p:cNvSpPr>
          <p:nvPr>
            <p:ph type="sldNum" sz="quarter" idx="12"/>
          </p:nvPr>
        </p:nvSpPr>
        <p:spPr/>
        <p:txBody>
          <a:bodyPr/>
          <a:lstStyle/>
          <a:p>
            <a:pPr marL="94512"/>
            <a:fld id="{81D60167-4931-47E6-BA6A-407CBD079E47}" type="slidenum">
              <a:rPr lang="es-ES" sz="1028" spc="43" smtClean="0">
                <a:solidFill>
                  <a:srgbClr val="898989"/>
                </a:solidFill>
                <a:latin typeface="Arial"/>
                <a:cs typeface="Arial"/>
              </a:rPr>
              <a:pPr marL="94512"/>
              <a:t>‹#›</a:t>
            </a:fld>
            <a:endParaRPr lang="es-ES" sz="1028">
              <a:latin typeface="Arial"/>
              <a:cs typeface="Arial"/>
            </a:endParaRPr>
          </a:p>
        </p:txBody>
      </p:sp>
    </p:spTree>
    <p:extLst>
      <p:ext uri="{BB962C8B-B14F-4D97-AF65-F5344CB8AC3E}">
        <p14:creationId xmlns:p14="http://schemas.microsoft.com/office/powerpoint/2010/main" val="6916281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a:p>
        </p:txBody>
      </p:sp>
      <p:sp>
        <p:nvSpPr>
          <p:cNvPr id="3" name="Date Placeholder 2"/>
          <p:cNvSpPr>
            <a:spLocks noGrp="1"/>
          </p:cNvSpPr>
          <p:nvPr>
            <p:ph type="dt" sz="half" idx="10"/>
          </p:nvPr>
        </p:nvSpPr>
        <p:spPr/>
        <p:txBody>
          <a:bodyPr/>
          <a:lstStyle/>
          <a:p>
            <a:fld id="{D9BA89C4-694B-43FE-BB06-C2DFBF667F72}" type="datetime1">
              <a:rPr lang="en-US" smtClean="0"/>
              <a:t>8/27/2026</a:t>
            </a:fld>
            <a:endParaRPr lang="en-US"/>
          </a:p>
        </p:txBody>
      </p:sp>
      <p:sp>
        <p:nvSpPr>
          <p:cNvPr id="4" name="Footer Placeholder 3"/>
          <p:cNvSpPr>
            <a:spLocks noGrp="1"/>
          </p:cNvSpPr>
          <p:nvPr>
            <p:ph type="ftr" sz="quarter" idx="11"/>
          </p:nvPr>
        </p:nvSpPr>
        <p:spPr/>
        <p:txBody>
          <a:bodyPr/>
          <a:lstStyle/>
          <a:p>
            <a:pPr marL="15368"/>
            <a:r>
              <a:rPr lang="es-ES" sz="1028" spc="-97">
                <a:solidFill>
                  <a:srgbClr val="898989"/>
                </a:solidFill>
                <a:latin typeface="Arial"/>
                <a:cs typeface="Arial"/>
              </a:rPr>
              <a:t>11/9/17</a:t>
            </a:r>
            <a:endParaRPr lang="es-ES" sz="1028">
              <a:latin typeface="Arial"/>
              <a:cs typeface="Arial"/>
            </a:endParaRPr>
          </a:p>
        </p:txBody>
      </p:sp>
      <p:sp>
        <p:nvSpPr>
          <p:cNvPr id="5" name="Slide Number Placeholder 4"/>
          <p:cNvSpPr>
            <a:spLocks noGrp="1"/>
          </p:cNvSpPr>
          <p:nvPr>
            <p:ph type="sldNum" sz="quarter" idx="12"/>
          </p:nvPr>
        </p:nvSpPr>
        <p:spPr/>
        <p:txBody>
          <a:bodyPr/>
          <a:lstStyle/>
          <a:p>
            <a:pPr marL="94512"/>
            <a:fld id="{81D60167-4931-47E6-BA6A-407CBD079E47}" type="slidenum">
              <a:rPr lang="es-ES" sz="1028" spc="43" smtClean="0">
                <a:solidFill>
                  <a:srgbClr val="898989"/>
                </a:solidFill>
                <a:latin typeface="Arial"/>
                <a:cs typeface="Arial"/>
              </a:rPr>
              <a:pPr marL="94512"/>
              <a:t>‹#›</a:t>
            </a:fld>
            <a:endParaRPr lang="es-ES" sz="1028">
              <a:latin typeface="Arial"/>
              <a:cs typeface="Arial"/>
            </a:endParaRPr>
          </a:p>
        </p:txBody>
      </p:sp>
    </p:spTree>
    <p:extLst>
      <p:ext uri="{BB962C8B-B14F-4D97-AF65-F5344CB8AC3E}">
        <p14:creationId xmlns:p14="http://schemas.microsoft.com/office/powerpoint/2010/main" val="34850546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4E844DC-5D87-4325-953E-E7675806A608}" type="datetime1">
              <a:rPr lang="en-US" smtClean="0"/>
              <a:t>8/27/2026</a:t>
            </a:fld>
            <a:endParaRPr lang="en-US"/>
          </a:p>
        </p:txBody>
      </p:sp>
      <p:sp>
        <p:nvSpPr>
          <p:cNvPr id="3" name="Footer Placeholder 2"/>
          <p:cNvSpPr>
            <a:spLocks noGrp="1"/>
          </p:cNvSpPr>
          <p:nvPr>
            <p:ph type="ftr" sz="quarter" idx="11"/>
          </p:nvPr>
        </p:nvSpPr>
        <p:spPr/>
        <p:txBody>
          <a:bodyPr/>
          <a:lstStyle/>
          <a:p>
            <a:pPr marL="15368"/>
            <a:r>
              <a:rPr lang="es-ES" sz="1028" spc="-97">
                <a:solidFill>
                  <a:srgbClr val="898989"/>
                </a:solidFill>
                <a:latin typeface="Arial"/>
                <a:cs typeface="Arial"/>
              </a:rPr>
              <a:t>11/9/17</a:t>
            </a:r>
            <a:endParaRPr lang="es-ES" sz="1028">
              <a:latin typeface="Arial"/>
              <a:cs typeface="Arial"/>
            </a:endParaRPr>
          </a:p>
        </p:txBody>
      </p:sp>
      <p:sp>
        <p:nvSpPr>
          <p:cNvPr id="4" name="Slide Number Placeholder 3"/>
          <p:cNvSpPr>
            <a:spLocks noGrp="1"/>
          </p:cNvSpPr>
          <p:nvPr>
            <p:ph type="sldNum" sz="quarter" idx="12"/>
          </p:nvPr>
        </p:nvSpPr>
        <p:spPr/>
        <p:txBody>
          <a:bodyPr/>
          <a:lstStyle/>
          <a:p>
            <a:pPr marL="94512"/>
            <a:fld id="{81D60167-4931-47E6-BA6A-407CBD079E47}" type="slidenum">
              <a:rPr lang="es-ES" sz="1028" spc="43" smtClean="0">
                <a:solidFill>
                  <a:srgbClr val="898989"/>
                </a:solidFill>
                <a:latin typeface="Arial"/>
                <a:cs typeface="Arial"/>
              </a:rPr>
              <a:pPr marL="94512"/>
              <a:t>‹#›</a:t>
            </a:fld>
            <a:endParaRPr lang="es-ES" sz="1028">
              <a:latin typeface="Arial"/>
              <a:cs typeface="Arial"/>
            </a:endParaRPr>
          </a:p>
        </p:txBody>
      </p:sp>
    </p:spTree>
    <p:extLst>
      <p:ext uri="{BB962C8B-B14F-4D97-AF65-F5344CB8AC3E}">
        <p14:creationId xmlns:p14="http://schemas.microsoft.com/office/powerpoint/2010/main" val="41085327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839789" y="457201"/>
            <a:ext cx="3932237" cy="1600200"/>
          </a:xfrm>
        </p:spPr>
        <p:txBody>
          <a:bodyPr anchor="b"/>
          <a:lstStyle>
            <a:lvl1pPr>
              <a:defRPr sz="3200"/>
            </a:lvl1pPr>
          </a:lstStyle>
          <a:p>
            <a:r>
              <a:rPr lang="es-ES"/>
              <a:t>Haga clic para modificar el estilo de título del patrón</a:t>
            </a:r>
            <a:endParaRPr lang="en-US"/>
          </a:p>
        </p:txBody>
      </p:sp>
      <p:sp>
        <p:nvSpPr>
          <p:cNvPr id="3" name="Content Placeholder 2"/>
          <p:cNvSpPr>
            <a:spLocks noGrp="1"/>
          </p:cNvSpPr>
          <p:nvPr>
            <p:ph idx="1"/>
          </p:nvPr>
        </p:nvSpPr>
        <p:spPr>
          <a:xfrm>
            <a:off x="5183189"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Text Placeholder 3"/>
          <p:cNvSpPr>
            <a:spLocks noGrp="1"/>
          </p:cNvSpPr>
          <p:nvPr>
            <p:ph type="body" sz="half" idx="2"/>
          </p:nvPr>
        </p:nvSpPr>
        <p:spPr>
          <a:xfrm>
            <a:off x="839789" y="2057400"/>
            <a:ext cx="3932237" cy="3811588"/>
          </a:xfrm>
        </p:spPr>
        <p:txBody>
          <a:bodyPr/>
          <a:lstStyle>
            <a:lvl1pPr marL="0" indent="0">
              <a:buNone/>
              <a:defRPr sz="1600"/>
            </a:lvl1pPr>
            <a:lvl2pPr marL="457197" indent="0">
              <a:buNone/>
              <a:defRPr sz="1400"/>
            </a:lvl2pPr>
            <a:lvl3pPr marL="914394" indent="0">
              <a:buNone/>
              <a:defRPr sz="1200"/>
            </a:lvl3pPr>
            <a:lvl4pPr marL="1371591" indent="0">
              <a:buNone/>
              <a:defRPr sz="1000"/>
            </a:lvl4pPr>
            <a:lvl5pPr marL="1828789" indent="0">
              <a:buNone/>
              <a:defRPr sz="1000"/>
            </a:lvl5pPr>
            <a:lvl6pPr marL="2285986" indent="0">
              <a:buNone/>
              <a:defRPr sz="1000"/>
            </a:lvl6pPr>
            <a:lvl7pPr marL="2743183" indent="0">
              <a:buNone/>
              <a:defRPr sz="1000"/>
            </a:lvl7pPr>
            <a:lvl8pPr marL="3200380" indent="0">
              <a:buNone/>
              <a:defRPr sz="1000"/>
            </a:lvl8pPr>
            <a:lvl9pPr marL="3657577" indent="0">
              <a:buNone/>
              <a:defRPr sz="1000"/>
            </a:lvl9pPr>
          </a:lstStyle>
          <a:p>
            <a:pPr lvl="0"/>
            <a:r>
              <a:rPr lang="es-ES"/>
              <a:t>Haga clic para modificar el estilo de texto del patrón</a:t>
            </a:r>
          </a:p>
        </p:txBody>
      </p:sp>
      <p:sp>
        <p:nvSpPr>
          <p:cNvPr id="5" name="Date Placeholder 4"/>
          <p:cNvSpPr>
            <a:spLocks noGrp="1"/>
          </p:cNvSpPr>
          <p:nvPr>
            <p:ph type="dt" sz="half" idx="10"/>
          </p:nvPr>
        </p:nvSpPr>
        <p:spPr/>
        <p:txBody>
          <a:bodyPr/>
          <a:lstStyle/>
          <a:p>
            <a:fld id="{59D4ACDD-C7DF-4695-AA67-B25ACCE3405D}" type="datetime1">
              <a:rPr lang="en-US" smtClean="0"/>
              <a:t>8/27/2026</a:t>
            </a:fld>
            <a:endParaRPr lang="en-US"/>
          </a:p>
        </p:txBody>
      </p:sp>
      <p:sp>
        <p:nvSpPr>
          <p:cNvPr id="6" name="Footer Placeholder 5"/>
          <p:cNvSpPr>
            <a:spLocks noGrp="1"/>
          </p:cNvSpPr>
          <p:nvPr>
            <p:ph type="ftr" sz="quarter" idx="11"/>
          </p:nvPr>
        </p:nvSpPr>
        <p:spPr/>
        <p:txBody>
          <a:bodyPr/>
          <a:lstStyle/>
          <a:p>
            <a:pPr marL="15368"/>
            <a:r>
              <a:rPr lang="es-ES" sz="1028" spc="-97">
                <a:solidFill>
                  <a:srgbClr val="898989"/>
                </a:solidFill>
                <a:latin typeface="Arial"/>
                <a:cs typeface="Arial"/>
              </a:rPr>
              <a:t>11/9/17</a:t>
            </a:r>
            <a:endParaRPr lang="es-ES" sz="1028">
              <a:latin typeface="Arial"/>
              <a:cs typeface="Arial"/>
            </a:endParaRPr>
          </a:p>
        </p:txBody>
      </p:sp>
      <p:sp>
        <p:nvSpPr>
          <p:cNvPr id="7" name="Slide Number Placeholder 6"/>
          <p:cNvSpPr>
            <a:spLocks noGrp="1"/>
          </p:cNvSpPr>
          <p:nvPr>
            <p:ph type="sldNum" sz="quarter" idx="12"/>
          </p:nvPr>
        </p:nvSpPr>
        <p:spPr/>
        <p:txBody>
          <a:bodyPr/>
          <a:lstStyle/>
          <a:p>
            <a:pPr marL="94512"/>
            <a:fld id="{81D60167-4931-47E6-BA6A-407CBD079E47}" type="slidenum">
              <a:rPr lang="es-ES" sz="1028" spc="43" smtClean="0">
                <a:solidFill>
                  <a:srgbClr val="898989"/>
                </a:solidFill>
                <a:latin typeface="Arial"/>
                <a:cs typeface="Arial"/>
              </a:rPr>
              <a:pPr marL="94512"/>
              <a:t>‹#›</a:t>
            </a:fld>
            <a:endParaRPr lang="es-ES" sz="1028">
              <a:latin typeface="Arial"/>
              <a:cs typeface="Arial"/>
            </a:endParaRPr>
          </a:p>
        </p:txBody>
      </p:sp>
    </p:spTree>
    <p:extLst>
      <p:ext uri="{BB962C8B-B14F-4D97-AF65-F5344CB8AC3E}">
        <p14:creationId xmlns:p14="http://schemas.microsoft.com/office/powerpoint/2010/main" val="20666678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839789" y="457201"/>
            <a:ext cx="3932237" cy="1600200"/>
          </a:xfrm>
        </p:spPr>
        <p:txBody>
          <a:bodyPr anchor="b"/>
          <a:lstStyle>
            <a:lvl1pPr>
              <a:defRPr sz="3200"/>
            </a:lvl1pPr>
          </a:lstStyle>
          <a:p>
            <a:r>
              <a:rPr lang="es-ES"/>
              <a:t>Haga clic para modificar el estilo de título del patrón</a:t>
            </a:r>
            <a:endParaRPr lang="en-US"/>
          </a:p>
        </p:txBody>
      </p:sp>
      <p:sp>
        <p:nvSpPr>
          <p:cNvPr id="3" name="Picture Placeholder 2"/>
          <p:cNvSpPr>
            <a:spLocks noGrp="1" noChangeAspect="1"/>
          </p:cNvSpPr>
          <p:nvPr>
            <p:ph type="pic" idx="1"/>
          </p:nvPr>
        </p:nvSpPr>
        <p:spPr>
          <a:xfrm>
            <a:off x="5183189" y="987426"/>
            <a:ext cx="6172200" cy="4873625"/>
          </a:xfrm>
        </p:spPr>
        <p:txBody>
          <a:bodyPr anchor="t"/>
          <a:lstStyle>
            <a:lvl1pPr marL="0" indent="0">
              <a:buNone/>
              <a:defRPr sz="3200"/>
            </a:lvl1pPr>
            <a:lvl2pPr marL="457197" indent="0">
              <a:buNone/>
              <a:defRPr sz="2800"/>
            </a:lvl2pPr>
            <a:lvl3pPr marL="914394" indent="0">
              <a:buNone/>
              <a:defRPr sz="2400"/>
            </a:lvl3pPr>
            <a:lvl4pPr marL="1371591" indent="0">
              <a:buNone/>
              <a:defRPr sz="2000"/>
            </a:lvl4pPr>
            <a:lvl5pPr marL="1828789" indent="0">
              <a:buNone/>
              <a:defRPr sz="2000"/>
            </a:lvl5pPr>
            <a:lvl6pPr marL="2285986" indent="0">
              <a:buNone/>
              <a:defRPr sz="2000"/>
            </a:lvl6pPr>
            <a:lvl7pPr marL="2743183" indent="0">
              <a:buNone/>
              <a:defRPr sz="2000"/>
            </a:lvl7pPr>
            <a:lvl8pPr marL="3200380" indent="0">
              <a:buNone/>
              <a:defRPr sz="2000"/>
            </a:lvl8pPr>
            <a:lvl9pPr marL="3657577" indent="0">
              <a:buNone/>
              <a:defRPr sz="2000"/>
            </a:lvl9pPr>
          </a:lstStyle>
          <a:p>
            <a:r>
              <a:rPr lang="es-ES"/>
              <a:t>Haga clic en el icono para agregar una imagen</a:t>
            </a:r>
            <a:endParaRPr lang="en-US"/>
          </a:p>
        </p:txBody>
      </p:sp>
      <p:sp>
        <p:nvSpPr>
          <p:cNvPr id="4" name="Text Placeholder 3"/>
          <p:cNvSpPr>
            <a:spLocks noGrp="1"/>
          </p:cNvSpPr>
          <p:nvPr>
            <p:ph type="body" sz="half" idx="2"/>
          </p:nvPr>
        </p:nvSpPr>
        <p:spPr>
          <a:xfrm>
            <a:off x="839789" y="2057400"/>
            <a:ext cx="3932237" cy="3811588"/>
          </a:xfrm>
        </p:spPr>
        <p:txBody>
          <a:bodyPr/>
          <a:lstStyle>
            <a:lvl1pPr marL="0" indent="0">
              <a:buNone/>
              <a:defRPr sz="1600"/>
            </a:lvl1pPr>
            <a:lvl2pPr marL="457197" indent="0">
              <a:buNone/>
              <a:defRPr sz="1400"/>
            </a:lvl2pPr>
            <a:lvl3pPr marL="914394" indent="0">
              <a:buNone/>
              <a:defRPr sz="1200"/>
            </a:lvl3pPr>
            <a:lvl4pPr marL="1371591" indent="0">
              <a:buNone/>
              <a:defRPr sz="1000"/>
            </a:lvl4pPr>
            <a:lvl5pPr marL="1828789" indent="0">
              <a:buNone/>
              <a:defRPr sz="1000"/>
            </a:lvl5pPr>
            <a:lvl6pPr marL="2285986" indent="0">
              <a:buNone/>
              <a:defRPr sz="1000"/>
            </a:lvl6pPr>
            <a:lvl7pPr marL="2743183" indent="0">
              <a:buNone/>
              <a:defRPr sz="1000"/>
            </a:lvl7pPr>
            <a:lvl8pPr marL="3200380" indent="0">
              <a:buNone/>
              <a:defRPr sz="1000"/>
            </a:lvl8pPr>
            <a:lvl9pPr marL="3657577" indent="0">
              <a:buNone/>
              <a:defRPr sz="1000"/>
            </a:lvl9pPr>
          </a:lstStyle>
          <a:p>
            <a:pPr lvl="0"/>
            <a:r>
              <a:rPr lang="es-ES"/>
              <a:t>Haga clic para modificar el estilo de texto del patrón</a:t>
            </a:r>
          </a:p>
        </p:txBody>
      </p:sp>
      <p:sp>
        <p:nvSpPr>
          <p:cNvPr id="5" name="Date Placeholder 4"/>
          <p:cNvSpPr>
            <a:spLocks noGrp="1"/>
          </p:cNvSpPr>
          <p:nvPr>
            <p:ph type="dt" sz="half" idx="10"/>
          </p:nvPr>
        </p:nvSpPr>
        <p:spPr/>
        <p:txBody>
          <a:bodyPr/>
          <a:lstStyle/>
          <a:p>
            <a:fld id="{5794D4F1-672C-4E0F-998E-1CACAB85A776}" type="datetime1">
              <a:rPr lang="en-US" smtClean="0"/>
              <a:t>8/27/2026</a:t>
            </a:fld>
            <a:endParaRPr lang="en-US"/>
          </a:p>
        </p:txBody>
      </p:sp>
      <p:sp>
        <p:nvSpPr>
          <p:cNvPr id="6" name="Footer Placeholder 5"/>
          <p:cNvSpPr>
            <a:spLocks noGrp="1"/>
          </p:cNvSpPr>
          <p:nvPr>
            <p:ph type="ftr" sz="quarter" idx="11"/>
          </p:nvPr>
        </p:nvSpPr>
        <p:spPr/>
        <p:txBody>
          <a:bodyPr/>
          <a:lstStyle/>
          <a:p>
            <a:pPr marL="15368"/>
            <a:r>
              <a:rPr lang="es-ES" sz="1028" spc="-97">
                <a:solidFill>
                  <a:srgbClr val="898989"/>
                </a:solidFill>
                <a:latin typeface="Arial"/>
                <a:cs typeface="Arial"/>
              </a:rPr>
              <a:t>11/9/17</a:t>
            </a:r>
            <a:endParaRPr lang="es-ES" sz="1028">
              <a:latin typeface="Arial"/>
              <a:cs typeface="Arial"/>
            </a:endParaRPr>
          </a:p>
        </p:txBody>
      </p:sp>
      <p:sp>
        <p:nvSpPr>
          <p:cNvPr id="7" name="Slide Number Placeholder 6"/>
          <p:cNvSpPr>
            <a:spLocks noGrp="1"/>
          </p:cNvSpPr>
          <p:nvPr>
            <p:ph type="sldNum" sz="quarter" idx="12"/>
          </p:nvPr>
        </p:nvSpPr>
        <p:spPr/>
        <p:txBody>
          <a:bodyPr/>
          <a:lstStyle/>
          <a:p>
            <a:pPr marL="94512"/>
            <a:fld id="{81D60167-4931-47E6-BA6A-407CBD079E47}" type="slidenum">
              <a:rPr lang="es-ES" sz="1028" spc="43" smtClean="0">
                <a:solidFill>
                  <a:srgbClr val="898989"/>
                </a:solidFill>
                <a:latin typeface="Arial"/>
                <a:cs typeface="Arial"/>
              </a:rPr>
              <a:pPr marL="94512"/>
              <a:t>‹#›</a:t>
            </a:fld>
            <a:endParaRPr lang="es-ES" sz="1028">
              <a:latin typeface="Arial"/>
              <a:cs typeface="Arial"/>
            </a:endParaRPr>
          </a:p>
        </p:txBody>
      </p:sp>
    </p:spTree>
    <p:extLst>
      <p:ext uri="{BB962C8B-B14F-4D97-AF65-F5344CB8AC3E}">
        <p14:creationId xmlns:p14="http://schemas.microsoft.com/office/powerpoint/2010/main" val="13023105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a:p>
        </p:txBody>
      </p:sp>
      <p:sp>
        <p:nvSpPr>
          <p:cNvPr id="3" name="Vertical Text Placeholder 2"/>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10"/>
          </p:nvPr>
        </p:nvSpPr>
        <p:spPr/>
        <p:txBody>
          <a:bodyPr/>
          <a:lstStyle/>
          <a:p>
            <a:fld id="{A1FB968E-828C-42AB-BB0A-078C6E07729D}" type="datetime1">
              <a:rPr lang="en-US" smtClean="0"/>
              <a:t>8/27/2026</a:t>
            </a:fld>
            <a:endParaRPr lang="en-US"/>
          </a:p>
        </p:txBody>
      </p:sp>
      <p:sp>
        <p:nvSpPr>
          <p:cNvPr id="5" name="Footer Placeholder 4"/>
          <p:cNvSpPr>
            <a:spLocks noGrp="1"/>
          </p:cNvSpPr>
          <p:nvPr>
            <p:ph type="ftr" sz="quarter" idx="11"/>
          </p:nvPr>
        </p:nvSpPr>
        <p:spPr/>
        <p:txBody>
          <a:bodyPr/>
          <a:lstStyle/>
          <a:p>
            <a:pPr marL="15368"/>
            <a:r>
              <a:rPr lang="es-ES" sz="1028" spc="-97">
                <a:solidFill>
                  <a:srgbClr val="898989"/>
                </a:solidFill>
                <a:latin typeface="Arial"/>
                <a:cs typeface="Arial"/>
              </a:rPr>
              <a:t>11/9/17</a:t>
            </a:r>
            <a:endParaRPr lang="es-ES" sz="1028">
              <a:latin typeface="Arial"/>
              <a:cs typeface="Arial"/>
            </a:endParaRPr>
          </a:p>
        </p:txBody>
      </p:sp>
      <p:sp>
        <p:nvSpPr>
          <p:cNvPr id="6" name="Slide Number Placeholder 5"/>
          <p:cNvSpPr>
            <a:spLocks noGrp="1"/>
          </p:cNvSpPr>
          <p:nvPr>
            <p:ph type="sldNum" sz="quarter" idx="12"/>
          </p:nvPr>
        </p:nvSpPr>
        <p:spPr/>
        <p:txBody>
          <a:bodyPr/>
          <a:lstStyle/>
          <a:p>
            <a:pPr marL="94512"/>
            <a:fld id="{81D60167-4931-47E6-BA6A-407CBD079E47}" type="slidenum">
              <a:rPr lang="es-ES" sz="1028" spc="43" smtClean="0">
                <a:solidFill>
                  <a:srgbClr val="898989"/>
                </a:solidFill>
                <a:latin typeface="Arial"/>
                <a:cs typeface="Arial"/>
              </a:rPr>
              <a:pPr marL="94512"/>
              <a:t>‹#›</a:t>
            </a:fld>
            <a:endParaRPr lang="es-ES" sz="1028">
              <a:latin typeface="Arial"/>
              <a:cs typeface="Arial"/>
            </a:endParaRPr>
          </a:p>
        </p:txBody>
      </p:sp>
    </p:spTree>
    <p:extLst>
      <p:ext uri="{BB962C8B-B14F-4D97-AF65-F5344CB8AC3E}">
        <p14:creationId xmlns:p14="http://schemas.microsoft.com/office/powerpoint/2010/main" val="26040691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10"/>
          </p:nvPr>
        </p:nvSpPr>
        <p:spPr/>
        <p:txBody>
          <a:bodyPr/>
          <a:lstStyle/>
          <a:p>
            <a:fld id="{D00ECE3D-64E4-4716-9781-66FA7D451E78}" type="datetime1">
              <a:rPr lang="en-US" smtClean="0"/>
              <a:t>8/27/2026</a:t>
            </a:fld>
            <a:endParaRPr lang="en-US"/>
          </a:p>
        </p:txBody>
      </p:sp>
      <p:sp>
        <p:nvSpPr>
          <p:cNvPr id="5" name="Footer Placeholder 4"/>
          <p:cNvSpPr>
            <a:spLocks noGrp="1"/>
          </p:cNvSpPr>
          <p:nvPr>
            <p:ph type="ftr" sz="quarter" idx="11"/>
          </p:nvPr>
        </p:nvSpPr>
        <p:spPr/>
        <p:txBody>
          <a:bodyPr/>
          <a:lstStyle/>
          <a:p>
            <a:pPr marL="15368"/>
            <a:r>
              <a:rPr lang="es-ES" sz="1028" spc="-97">
                <a:solidFill>
                  <a:srgbClr val="898989"/>
                </a:solidFill>
                <a:latin typeface="Arial"/>
                <a:cs typeface="Arial"/>
              </a:rPr>
              <a:t>11/9/17</a:t>
            </a:r>
            <a:endParaRPr lang="es-ES" sz="1028">
              <a:latin typeface="Arial"/>
              <a:cs typeface="Arial"/>
            </a:endParaRPr>
          </a:p>
        </p:txBody>
      </p:sp>
      <p:sp>
        <p:nvSpPr>
          <p:cNvPr id="6" name="Slide Number Placeholder 5"/>
          <p:cNvSpPr>
            <a:spLocks noGrp="1"/>
          </p:cNvSpPr>
          <p:nvPr>
            <p:ph type="sldNum" sz="quarter" idx="12"/>
          </p:nvPr>
        </p:nvSpPr>
        <p:spPr/>
        <p:txBody>
          <a:bodyPr/>
          <a:lstStyle/>
          <a:p>
            <a:pPr marL="94512"/>
            <a:fld id="{81D60167-4931-47E6-BA6A-407CBD079E47}" type="slidenum">
              <a:rPr lang="es-ES" sz="1028" spc="43" smtClean="0">
                <a:solidFill>
                  <a:srgbClr val="898989"/>
                </a:solidFill>
                <a:latin typeface="Arial"/>
                <a:cs typeface="Arial"/>
              </a:rPr>
              <a:pPr marL="94512"/>
              <a:t>‹#›</a:t>
            </a:fld>
            <a:endParaRPr lang="es-ES" sz="1028">
              <a:latin typeface="Arial"/>
              <a:cs typeface="Arial"/>
            </a:endParaRPr>
          </a:p>
        </p:txBody>
      </p:sp>
    </p:spTree>
    <p:extLst>
      <p:ext uri="{BB962C8B-B14F-4D97-AF65-F5344CB8AC3E}">
        <p14:creationId xmlns:p14="http://schemas.microsoft.com/office/powerpoint/2010/main" val="42042153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Title Only">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ECE8D98E-B10B-4C3B-8339-B842A5F56657}"/>
              </a:ext>
            </a:extLst>
          </p:cNvPr>
          <p:cNvGraphicFramePr>
            <a:graphicFrameLocks noChangeAspect="1"/>
          </p:cNvGraphicFramePr>
          <p:nvPr userDrawn="1">
            <p:custDataLst>
              <p:tags r:id="rId1"/>
            </p:custDataLst>
          </p:nvPr>
        </p:nvGraphicFramePr>
        <p:xfrm>
          <a:off x="1441" y="1441"/>
          <a:ext cx="1441" cy="1441"/>
        </p:xfrm>
        <a:graphic>
          <a:graphicData uri="http://schemas.openxmlformats.org/presentationml/2006/ole">
            <mc:AlternateContent xmlns:mc="http://schemas.openxmlformats.org/markup-compatibility/2006">
              <mc:Choice xmlns:v="urn:schemas-microsoft-com:vml" Requires="v">
                <p:oleObj name="think-cell Slide" r:id="rId4" imgW="592" imgH="591" progId="TCLayout.ActiveDocument.1">
                  <p:embed/>
                </p:oleObj>
              </mc:Choice>
              <mc:Fallback>
                <p:oleObj name="think-cell Slide" r:id="rId4" imgW="592" imgH="591" progId="TCLayout.ActiveDocument.1">
                  <p:embed/>
                  <p:pic>
                    <p:nvPicPr>
                      <p:cNvPr id="7" name="Object 6" hidden="1">
                        <a:extLst>
                          <a:ext uri="{FF2B5EF4-FFF2-40B4-BE49-F238E27FC236}">
                            <a16:creationId xmlns:a16="http://schemas.microsoft.com/office/drawing/2014/main" id="{ECE8D98E-B10B-4C3B-8339-B842A5F56657}"/>
                          </a:ext>
                        </a:extLst>
                      </p:cNvPr>
                      <p:cNvPicPr/>
                      <p:nvPr/>
                    </p:nvPicPr>
                    <p:blipFill>
                      <a:blip r:embed="rId5"/>
                      <a:stretch>
                        <a:fillRect/>
                      </a:stretch>
                    </p:blipFill>
                    <p:spPr>
                      <a:xfrm>
                        <a:off x="1441" y="1441"/>
                        <a:ext cx="1441" cy="1441"/>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119EE8CF-FA70-4AE4-9B70-57CF7E572800}"/>
              </a:ext>
            </a:extLst>
          </p:cNvPr>
          <p:cNvSpPr/>
          <p:nvPr userDrawn="1">
            <p:custDataLst>
              <p:tags r:id="rId2"/>
            </p:custDataLst>
          </p:nvPr>
        </p:nvSpPr>
        <p:spPr>
          <a:xfrm>
            <a:off x="0" y="0"/>
            <a:ext cx="144079" cy="1440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a:endParaRPr lang="es-ES" sz="2541" b="0" i="0" baseline="0">
              <a:latin typeface="Times New Roman" panose="02020603050405020304" pitchFamily="18" charset="0"/>
              <a:ea typeface="+mn-ea"/>
              <a:cs typeface="Times New Roman" panose="02020603050405020304" pitchFamily="18" charset="0"/>
              <a:sym typeface="Times New Roman" panose="02020603050405020304" pitchFamily="18" charset="0"/>
            </a:endParaRPr>
          </a:p>
        </p:txBody>
      </p:sp>
      <p:sp>
        <p:nvSpPr>
          <p:cNvPr id="2" name="Holder 2"/>
          <p:cNvSpPr>
            <a:spLocks noGrp="1"/>
          </p:cNvSpPr>
          <p:nvPr>
            <p:ph type="title"/>
          </p:nvPr>
        </p:nvSpPr>
        <p:spPr>
          <a:xfrm>
            <a:off x="451098" y="117196"/>
            <a:ext cx="11289806" cy="407643"/>
          </a:xfrm>
        </p:spPr>
        <p:txBody>
          <a:bodyPr lIns="0" tIns="0" rIns="0" bIns="0"/>
          <a:lstStyle>
            <a:lvl1pPr>
              <a:defRPr sz="2541" kern="1200" spc="218">
                <a:solidFill>
                  <a:srgbClr val="231F20"/>
                </a:solidFill>
                <a:latin typeface="Times New Roman"/>
                <a:ea typeface="+mn-ea"/>
                <a:cs typeface="Times New Roman"/>
              </a:defRPr>
            </a:lvl1pPr>
          </a:lstStyle>
          <a:p>
            <a:r>
              <a:rPr lang="es-ES"/>
              <a:t>Click to </a:t>
            </a:r>
            <a:r>
              <a:rPr lang="es-ES" err="1"/>
              <a:t>edit</a:t>
            </a:r>
            <a:r>
              <a:rPr lang="es-ES"/>
              <a:t> Master </a:t>
            </a:r>
            <a:r>
              <a:rPr lang="es-ES" err="1"/>
              <a:t>title</a:t>
            </a:r>
            <a:r>
              <a:rPr lang="es-ES"/>
              <a:t> </a:t>
            </a:r>
            <a:r>
              <a:rPr lang="es-ES" err="1"/>
              <a:t>style</a:t>
            </a:r>
            <a:endParaRPr lang="es-ES"/>
          </a:p>
        </p:txBody>
      </p:sp>
      <p:sp>
        <p:nvSpPr>
          <p:cNvPr id="11" name="Holder 6">
            <a:extLst>
              <a:ext uri="{FF2B5EF4-FFF2-40B4-BE49-F238E27FC236}">
                <a16:creationId xmlns:a16="http://schemas.microsoft.com/office/drawing/2014/main" id="{54DEF811-4D71-455B-BE05-AC4D00EF114C}"/>
              </a:ext>
            </a:extLst>
          </p:cNvPr>
          <p:cNvSpPr>
            <a:spLocks noGrp="1"/>
          </p:cNvSpPr>
          <p:nvPr>
            <p:ph type="sldNum" sz="quarter" idx="7"/>
          </p:nvPr>
        </p:nvSpPr>
        <p:spPr>
          <a:xfrm>
            <a:off x="11401594" y="6484939"/>
            <a:ext cx="330520" cy="194407"/>
          </a:xfrm>
          <a:prstGeom prst="rect">
            <a:avLst/>
          </a:prstGeom>
        </p:spPr>
        <p:txBody>
          <a:bodyPr wrap="square" lIns="0" tIns="0" rIns="0" bIns="0" anchor="ctr">
            <a:noAutofit/>
          </a:bodyPr>
          <a:lstStyle>
            <a:lvl1pPr algn="r">
              <a:defRPr sz="908"/>
            </a:lvl1pPr>
          </a:lstStyle>
          <a:p>
            <a:pPr marL="70891"/>
            <a:fld id="{81D60167-4931-47E6-BA6A-407CBD079E47}" type="slidenum">
              <a:rPr lang="es-ES" spc="32" smtClean="0">
                <a:solidFill>
                  <a:srgbClr val="898989"/>
                </a:solidFill>
                <a:latin typeface="Arial"/>
                <a:cs typeface="Arial"/>
              </a:rPr>
              <a:pPr marL="70891"/>
              <a:t>‹#›</a:t>
            </a:fld>
            <a:endParaRPr lang="es-ES">
              <a:latin typeface="Arial"/>
              <a:cs typeface="Arial"/>
            </a:endParaRPr>
          </a:p>
        </p:txBody>
      </p:sp>
    </p:spTree>
    <p:extLst>
      <p:ext uri="{BB962C8B-B14F-4D97-AF65-F5344CB8AC3E}">
        <p14:creationId xmlns:p14="http://schemas.microsoft.com/office/powerpoint/2010/main" val="10681027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cSld name="1_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p>
            <a:pPr marL="14480"/>
            <a:r>
              <a:rPr lang="en-US" sz="969" spc="-91">
                <a:solidFill>
                  <a:srgbClr val="898989"/>
                </a:solidFill>
                <a:latin typeface="Arial"/>
                <a:cs typeface="Arial"/>
              </a:rPr>
              <a:t>11/9/17</a:t>
            </a:r>
            <a:endParaRPr lang="en-US" sz="969">
              <a:latin typeface="Arial"/>
              <a:cs typeface="Arial"/>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6783384B-EBC3-4C44-9BBF-99BAA5F6196C}" type="datetime1">
              <a:rPr lang="en-US" smtClean="0"/>
              <a:t>8/27/2026</a:t>
            </a:fld>
            <a:endParaRPr lang="en-US"/>
          </a:p>
        </p:txBody>
      </p:sp>
      <p:sp>
        <p:nvSpPr>
          <p:cNvPr id="4" name="Holder 4"/>
          <p:cNvSpPr>
            <a:spLocks noGrp="1"/>
          </p:cNvSpPr>
          <p:nvPr>
            <p:ph type="sldNum" sz="quarter" idx="7"/>
          </p:nvPr>
        </p:nvSpPr>
        <p:spPr/>
        <p:txBody>
          <a:bodyPr lIns="0" tIns="0" rIns="0" bIns="0"/>
          <a:lstStyle/>
          <a:p>
            <a:pPr marL="89058"/>
            <a:fld id="{81D60167-4931-47E6-BA6A-407CBD079E47}" type="slidenum">
              <a:rPr lang="en-US" sz="969" spc="40" smtClean="0">
                <a:solidFill>
                  <a:srgbClr val="898989"/>
                </a:solidFill>
                <a:latin typeface="Arial"/>
                <a:cs typeface="Arial"/>
              </a:rPr>
              <a:pPr marL="89058"/>
              <a:t>‹#›</a:t>
            </a:fld>
            <a:endParaRPr lang="en-US" sz="969">
              <a:latin typeface="Arial"/>
              <a:cs typeface="Arial"/>
            </a:endParaRPr>
          </a:p>
        </p:txBody>
      </p:sp>
    </p:spTree>
    <p:extLst>
      <p:ext uri="{BB962C8B-B14F-4D97-AF65-F5344CB8AC3E}">
        <p14:creationId xmlns:p14="http://schemas.microsoft.com/office/powerpoint/2010/main" val="135151032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2"/>
          </p:nvPr>
        </p:nvSpPr>
        <p:spPr>
          <a:xfrm>
            <a:off x="838201"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95C3D6A-CC6D-4078-8E69-2A2FBB585852}" type="datetime1">
              <a:rPr lang="en-US" smtClean="0"/>
              <a:t>8/27/2026</a:t>
            </a:fld>
            <a:endParaRPr lang="es-E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s-ES"/>
              <a:t>11/9/17</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0B7BDCA-A790-4E7B-B6BE-09206D252BF5}" type="slidenum">
              <a:rPr lang="es-ES" smtClean="0"/>
              <a:t>‹#›</a:t>
            </a:fld>
            <a:endParaRPr lang="es-ES"/>
          </a:p>
        </p:txBody>
      </p:sp>
    </p:spTree>
    <p:extLst>
      <p:ext uri="{BB962C8B-B14F-4D97-AF65-F5344CB8AC3E}">
        <p14:creationId xmlns:p14="http://schemas.microsoft.com/office/powerpoint/2010/main" val="3352734489"/>
      </p:ext>
    </p:extLst>
  </p:cSld>
  <p:clrMap bg1="lt1" tx1="dk1" bg2="lt2" tx2="dk2" accent1="accent1" accent2="accent2" accent3="accent3" accent4="accent4" accent5="accent5" accent6="accent6" hlink="hlink" folHlink="folHlink"/>
  <p:sldLayoutIdLst>
    <p:sldLayoutId id="2147483998" r:id="rId1"/>
    <p:sldLayoutId id="2147483999" r:id="rId2"/>
    <p:sldLayoutId id="2147484000" r:id="rId3"/>
    <p:sldLayoutId id="2147484001" r:id="rId4"/>
    <p:sldLayoutId id="2147484002" r:id="rId5"/>
    <p:sldLayoutId id="2147484003" r:id="rId6"/>
    <p:sldLayoutId id="2147484004" r:id="rId7"/>
    <p:sldLayoutId id="2147484005" r:id="rId8"/>
    <p:sldLayoutId id="2147484006" r:id="rId9"/>
    <p:sldLayoutId id="2147484007" r:id="rId10"/>
    <p:sldLayoutId id="2147484008" r:id="rId11"/>
    <p:sldLayoutId id="2147484009" r:id="rId12"/>
    <p:sldLayoutId id="2147484012" r:id="rId13"/>
  </p:sldLayoutIdLst>
  <p:hf hdr="0" ftr="0" dt="0"/>
  <p:txStyles>
    <p:titleStyle>
      <a:lvl1pPr algn="l" defTabSz="1007486" rtl="0" eaLnBrk="1" latinLnBrk="0" hangingPunct="1">
        <a:lnSpc>
          <a:spcPct val="90000"/>
        </a:lnSpc>
        <a:spcBef>
          <a:spcPct val="0"/>
        </a:spcBef>
        <a:buNone/>
        <a:defRPr sz="4848" kern="1200">
          <a:solidFill>
            <a:schemeClr val="tx1"/>
          </a:solidFill>
          <a:latin typeface="+mj-lt"/>
          <a:ea typeface="+mj-ea"/>
          <a:cs typeface="+mj-cs"/>
        </a:defRPr>
      </a:lvl1pPr>
    </p:titleStyle>
    <p:bodyStyle>
      <a:lvl1pPr marL="251871" indent="-251871" algn="l" defTabSz="1007486" rtl="0" eaLnBrk="1" latinLnBrk="0" hangingPunct="1">
        <a:lnSpc>
          <a:spcPct val="90000"/>
        </a:lnSpc>
        <a:spcBef>
          <a:spcPts val="1102"/>
        </a:spcBef>
        <a:buFont typeface="Arial" panose="020B0604020202020204" pitchFamily="34" charset="0"/>
        <a:buChar char="•"/>
        <a:defRPr sz="3085" kern="1200">
          <a:solidFill>
            <a:schemeClr val="tx1"/>
          </a:solidFill>
          <a:latin typeface="+mn-lt"/>
          <a:ea typeface="+mn-ea"/>
          <a:cs typeface="+mn-cs"/>
        </a:defRPr>
      </a:lvl1pPr>
      <a:lvl2pPr marL="755614" indent="-251871" algn="l" defTabSz="1007486" rtl="0" eaLnBrk="1" latinLnBrk="0" hangingPunct="1">
        <a:lnSpc>
          <a:spcPct val="90000"/>
        </a:lnSpc>
        <a:spcBef>
          <a:spcPts val="551"/>
        </a:spcBef>
        <a:buFont typeface="Arial" panose="020B0604020202020204" pitchFamily="34" charset="0"/>
        <a:buChar char="•"/>
        <a:defRPr sz="2644" kern="1200">
          <a:solidFill>
            <a:schemeClr val="tx1"/>
          </a:solidFill>
          <a:latin typeface="+mn-lt"/>
          <a:ea typeface="+mn-ea"/>
          <a:cs typeface="+mn-cs"/>
        </a:defRPr>
      </a:lvl2pPr>
      <a:lvl3pPr marL="1259357" indent="-251871" algn="l" defTabSz="1007486" rtl="0" eaLnBrk="1" latinLnBrk="0" hangingPunct="1">
        <a:lnSpc>
          <a:spcPct val="90000"/>
        </a:lnSpc>
        <a:spcBef>
          <a:spcPts val="551"/>
        </a:spcBef>
        <a:buFont typeface="Arial" panose="020B0604020202020204" pitchFamily="34" charset="0"/>
        <a:buChar char="•"/>
        <a:defRPr sz="2204" kern="1200">
          <a:solidFill>
            <a:schemeClr val="tx1"/>
          </a:solidFill>
          <a:latin typeface="+mn-lt"/>
          <a:ea typeface="+mn-ea"/>
          <a:cs typeface="+mn-cs"/>
        </a:defRPr>
      </a:lvl3pPr>
      <a:lvl4pPr marL="1763100" indent="-251871" algn="l" defTabSz="1007486" rtl="0" eaLnBrk="1" latinLnBrk="0" hangingPunct="1">
        <a:lnSpc>
          <a:spcPct val="90000"/>
        </a:lnSpc>
        <a:spcBef>
          <a:spcPts val="551"/>
        </a:spcBef>
        <a:buFont typeface="Arial" panose="020B0604020202020204" pitchFamily="34" charset="0"/>
        <a:buChar char="•"/>
        <a:defRPr sz="1983" kern="1200">
          <a:solidFill>
            <a:schemeClr val="tx1"/>
          </a:solidFill>
          <a:latin typeface="+mn-lt"/>
          <a:ea typeface="+mn-ea"/>
          <a:cs typeface="+mn-cs"/>
        </a:defRPr>
      </a:lvl4pPr>
      <a:lvl5pPr marL="2266843" indent="-251871" algn="l" defTabSz="1007486" rtl="0" eaLnBrk="1" latinLnBrk="0" hangingPunct="1">
        <a:lnSpc>
          <a:spcPct val="90000"/>
        </a:lnSpc>
        <a:spcBef>
          <a:spcPts val="551"/>
        </a:spcBef>
        <a:buFont typeface="Arial" panose="020B0604020202020204" pitchFamily="34" charset="0"/>
        <a:buChar char="•"/>
        <a:defRPr sz="1983" kern="1200">
          <a:solidFill>
            <a:schemeClr val="tx1"/>
          </a:solidFill>
          <a:latin typeface="+mn-lt"/>
          <a:ea typeface="+mn-ea"/>
          <a:cs typeface="+mn-cs"/>
        </a:defRPr>
      </a:lvl5pPr>
      <a:lvl6pPr marL="2770586" indent="-251871" algn="l" defTabSz="1007486" rtl="0" eaLnBrk="1" latinLnBrk="0" hangingPunct="1">
        <a:lnSpc>
          <a:spcPct val="90000"/>
        </a:lnSpc>
        <a:spcBef>
          <a:spcPts val="551"/>
        </a:spcBef>
        <a:buFont typeface="Arial" panose="020B0604020202020204" pitchFamily="34" charset="0"/>
        <a:buChar char="•"/>
        <a:defRPr sz="1983" kern="1200">
          <a:solidFill>
            <a:schemeClr val="tx1"/>
          </a:solidFill>
          <a:latin typeface="+mn-lt"/>
          <a:ea typeface="+mn-ea"/>
          <a:cs typeface="+mn-cs"/>
        </a:defRPr>
      </a:lvl6pPr>
      <a:lvl7pPr marL="3274329" indent="-251871" algn="l" defTabSz="1007486" rtl="0" eaLnBrk="1" latinLnBrk="0" hangingPunct="1">
        <a:lnSpc>
          <a:spcPct val="90000"/>
        </a:lnSpc>
        <a:spcBef>
          <a:spcPts val="551"/>
        </a:spcBef>
        <a:buFont typeface="Arial" panose="020B0604020202020204" pitchFamily="34" charset="0"/>
        <a:buChar char="•"/>
        <a:defRPr sz="1983" kern="1200">
          <a:solidFill>
            <a:schemeClr val="tx1"/>
          </a:solidFill>
          <a:latin typeface="+mn-lt"/>
          <a:ea typeface="+mn-ea"/>
          <a:cs typeface="+mn-cs"/>
        </a:defRPr>
      </a:lvl7pPr>
      <a:lvl8pPr marL="3778072" indent="-251871" algn="l" defTabSz="1007486" rtl="0" eaLnBrk="1" latinLnBrk="0" hangingPunct="1">
        <a:lnSpc>
          <a:spcPct val="90000"/>
        </a:lnSpc>
        <a:spcBef>
          <a:spcPts val="551"/>
        </a:spcBef>
        <a:buFont typeface="Arial" panose="020B0604020202020204" pitchFamily="34" charset="0"/>
        <a:buChar char="•"/>
        <a:defRPr sz="1983" kern="1200">
          <a:solidFill>
            <a:schemeClr val="tx1"/>
          </a:solidFill>
          <a:latin typeface="+mn-lt"/>
          <a:ea typeface="+mn-ea"/>
          <a:cs typeface="+mn-cs"/>
        </a:defRPr>
      </a:lvl8pPr>
      <a:lvl9pPr marL="4281815" indent="-251871" algn="l" defTabSz="1007486" rtl="0" eaLnBrk="1" latinLnBrk="0" hangingPunct="1">
        <a:lnSpc>
          <a:spcPct val="90000"/>
        </a:lnSpc>
        <a:spcBef>
          <a:spcPts val="551"/>
        </a:spcBef>
        <a:buFont typeface="Arial" panose="020B0604020202020204" pitchFamily="34" charset="0"/>
        <a:buChar char="•"/>
        <a:defRPr sz="1983" kern="1200">
          <a:solidFill>
            <a:schemeClr val="tx1"/>
          </a:solidFill>
          <a:latin typeface="+mn-lt"/>
          <a:ea typeface="+mn-ea"/>
          <a:cs typeface="+mn-cs"/>
        </a:defRPr>
      </a:lvl9pPr>
    </p:bodyStyle>
    <p:otherStyle>
      <a:defPPr>
        <a:defRPr lang="en-US"/>
      </a:defPPr>
      <a:lvl1pPr marL="0" algn="l" defTabSz="1007486" rtl="0" eaLnBrk="1" latinLnBrk="0" hangingPunct="1">
        <a:defRPr sz="1983" kern="1200">
          <a:solidFill>
            <a:schemeClr val="tx1"/>
          </a:solidFill>
          <a:latin typeface="+mn-lt"/>
          <a:ea typeface="+mn-ea"/>
          <a:cs typeface="+mn-cs"/>
        </a:defRPr>
      </a:lvl1pPr>
      <a:lvl2pPr marL="503743" algn="l" defTabSz="1007486" rtl="0" eaLnBrk="1" latinLnBrk="0" hangingPunct="1">
        <a:defRPr sz="1983" kern="1200">
          <a:solidFill>
            <a:schemeClr val="tx1"/>
          </a:solidFill>
          <a:latin typeface="+mn-lt"/>
          <a:ea typeface="+mn-ea"/>
          <a:cs typeface="+mn-cs"/>
        </a:defRPr>
      </a:lvl2pPr>
      <a:lvl3pPr marL="1007486" algn="l" defTabSz="1007486" rtl="0" eaLnBrk="1" latinLnBrk="0" hangingPunct="1">
        <a:defRPr sz="1983" kern="1200">
          <a:solidFill>
            <a:schemeClr val="tx1"/>
          </a:solidFill>
          <a:latin typeface="+mn-lt"/>
          <a:ea typeface="+mn-ea"/>
          <a:cs typeface="+mn-cs"/>
        </a:defRPr>
      </a:lvl3pPr>
      <a:lvl4pPr marL="1511229" algn="l" defTabSz="1007486" rtl="0" eaLnBrk="1" latinLnBrk="0" hangingPunct="1">
        <a:defRPr sz="1983" kern="1200">
          <a:solidFill>
            <a:schemeClr val="tx1"/>
          </a:solidFill>
          <a:latin typeface="+mn-lt"/>
          <a:ea typeface="+mn-ea"/>
          <a:cs typeface="+mn-cs"/>
        </a:defRPr>
      </a:lvl4pPr>
      <a:lvl5pPr marL="2014972" algn="l" defTabSz="1007486" rtl="0" eaLnBrk="1" latinLnBrk="0" hangingPunct="1">
        <a:defRPr sz="1983" kern="1200">
          <a:solidFill>
            <a:schemeClr val="tx1"/>
          </a:solidFill>
          <a:latin typeface="+mn-lt"/>
          <a:ea typeface="+mn-ea"/>
          <a:cs typeface="+mn-cs"/>
        </a:defRPr>
      </a:lvl5pPr>
      <a:lvl6pPr marL="2518715" algn="l" defTabSz="1007486" rtl="0" eaLnBrk="1" latinLnBrk="0" hangingPunct="1">
        <a:defRPr sz="1983" kern="1200">
          <a:solidFill>
            <a:schemeClr val="tx1"/>
          </a:solidFill>
          <a:latin typeface="+mn-lt"/>
          <a:ea typeface="+mn-ea"/>
          <a:cs typeface="+mn-cs"/>
        </a:defRPr>
      </a:lvl6pPr>
      <a:lvl7pPr marL="3022458" algn="l" defTabSz="1007486" rtl="0" eaLnBrk="1" latinLnBrk="0" hangingPunct="1">
        <a:defRPr sz="1983" kern="1200">
          <a:solidFill>
            <a:schemeClr val="tx1"/>
          </a:solidFill>
          <a:latin typeface="+mn-lt"/>
          <a:ea typeface="+mn-ea"/>
          <a:cs typeface="+mn-cs"/>
        </a:defRPr>
      </a:lvl7pPr>
      <a:lvl8pPr marL="3526201" algn="l" defTabSz="1007486" rtl="0" eaLnBrk="1" latinLnBrk="0" hangingPunct="1">
        <a:defRPr sz="1983" kern="1200">
          <a:solidFill>
            <a:schemeClr val="tx1"/>
          </a:solidFill>
          <a:latin typeface="+mn-lt"/>
          <a:ea typeface="+mn-ea"/>
          <a:cs typeface="+mn-cs"/>
        </a:defRPr>
      </a:lvl8pPr>
      <a:lvl9pPr marL="4029944" algn="l" defTabSz="1007486" rtl="0" eaLnBrk="1" latinLnBrk="0" hangingPunct="1">
        <a:defRPr sz="198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2.png"/><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4.png"/><Relationship Id="rId3" Type="http://schemas.microsoft.com/office/2007/relationships/hdphoto" Target="../media/hdphoto1.wdp"/></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4.png"/><Relationship Id="rId3" Type="http://schemas.microsoft.com/office/2007/relationships/hdphoto" Target="../media/hdphoto1.wdp"/></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5.em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2846D9-7D86-1905-B00E-F53818EE176D}"/>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0146B484-D382-08C5-0617-56D0B1B204BD}"/>
              </a:ext>
            </a:extLst>
          </p:cNvPr>
          <p:cNvPicPr>
            <a:picLocks noChangeAspect="1"/>
          </p:cNvPicPr>
          <p:nvPr/>
        </p:nvPicPr>
        <p:blipFill>
          <a:blip r:embed="rId2"/>
          <a:stretch>
            <a:fillRect/>
          </a:stretch>
        </p:blipFill>
        <p:spPr>
          <a:xfrm>
            <a:off x="10231989" y="6379774"/>
            <a:ext cx="1944000" cy="357777"/>
          </a:xfrm>
          <a:prstGeom prst="rect">
            <a:avLst/>
          </a:prstGeom>
        </p:spPr>
      </p:pic>
      <p:pic>
        <p:nvPicPr>
          <p:cNvPr id="5" name="Imagen 9">
            <a:extLst>
              <a:ext uri="{FF2B5EF4-FFF2-40B4-BE49-F238E27FC236}">
                <a16:creationId xmlns:a16="http://schemas.microsoft.com/office/drawing/2014/main" id="{9682CE81-279F-A0CB-9B2B-9AE5D3706AA3}"/>
              </a:ext>
            </a:extLst>
          </p:cNvPr>
          <p:cNvPicPr>
            <a:picLocks noChangeAspect="1"/>
          </p:cNvPicPr>
          <p:nvPr/>
        </p:nvPicPr>
        <p:blipFill>
          <a:blip r:embed="rId3" cstate="print">
            <a:duotone>
              <a:prstClr val="black"/>
              <a:srgbClr val="FFFFFF">
                <a:tint val="45000"/>
                <a:satMod val="400000"/>
              </a:srgbClr>
            </a:duotone>
            <a:extLst>
              <a:ext uri="{28A0092B-C50C-407E-A947-70E740481C1C}">
                <a14:useLocalDpi xmlns:a14="http://schemas.microsoft.com/office/drawing/2010/main" val="0"/>
              </a:ext>
            </a:extLst>
          </a:blip>
          <a:srcRect/>
          <a:stretch/>
        </p:blipFill>
        <p:spPr>
          <a:xfrm>
            <a:off x="10306565" y="5765800"/>
            <a:ext cx="1748306" cy="487493"/>
          </a:xfrm>
          <a:prstGeom prst="rect">
            <a:avLst/>
          </a:prstGeom>
        </p:spPr>
      </p:pic>
      <p:sp>
        <p:nvSpPr>
          <p:cNvPr id="12" name="Rectángulo 11">
            <a:extLst>
              <a:ext uri="{FF2B5EF4-FFF2-40B4-BE49-F238E27FC236}">
                <a16:creationId xmlns:a16="http://schemas.microsoft.com/office/drawing/2014/main" id="{310EACAC-C3AA-3E98-2D0D-84CA2702DCA4}"/>
              </a:ext>
            </a:extLst>
          </p:cNvPr>
          <p:cNvSpPr/>
          <p:nvPr/>
        </p:nvSpPr>
        <p:spPr>
          <a:xfrm flipH="1" flipV="1">
            <a:off x="-5" y="0"/>
            <a:ext cx="6032505" cy="6858000"/>
          </a:xfrm>
          <a:prstGeom prst="rect">
            <a:avLst/>
          </a:prstGeom>
          <a:gradFill flip="none" rotWithShape="1">
            <a:gsLst>
              <a:gs pos="11000">
                <a:schemeClr val="accent1">
                  <a:lumMod val="5000"/>
                  <a:lumOff val="95000"/>
                  <a:alpha val="67000"/>
                </a:schemeClr>
              </a:gs>
              <a:gs pos="100000">
                <a:schemeClr val="tx1">
                  <a:alpha val="85000"/>
                </a:schemeClr>
              </a:gs>
              <a:gs pos="100000">
                <a:schemeClr val="accent1">
                  <a:lumMod val="45000"/>
                  <a:lumOff val="55000"/>
                </a:schemeClr>
              </a:gs>
              <a:gs pos="100000">
                <a:schemeClr val="accent1">
                  <a:lumMod val="30000"/>
                  <a:lumOff val="7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0" name="object 3">
            <a:extLst>
              <a:ext uri="{FF2B5EF4-FFF2-40B4-BE49-F238E27FC236}">
                <a16:creationId xmlns:a16="http://schemas.microsoft.com/office/drawing/2014/main" id="{6DB55C3C-0B92-E1EF-9DF1-003A8BC456D3}"/>
              </a:ext>
            </a:extLst>
          </p:cNvPr>
          <p:cNvSpPr txBox="1"/>
          <p:nvPr/>
        </p:nvSpPr>
        <p:spPr>
          <a:xfrm>
            <a:off x="331688" y="1796448"/>
            <a:ext cx="4954890" cy="1047236"/>
          </a:xfrm>
          <a:prstGeom prst="rect">
            <a:avLst/>
          </a:prstGeom>
        </p:spPr>
        <p:txBody>
          <a:bodyPr vert="horz" wrap="square" lIns="0" tIns="0" rIns="0" bIns="0" rtlCol="0">
            <a:noAutofit/>
          </a:bodyPr>
          <a:lstStyle>
            <a:defPPr>
              <a:defRPr lang="es-ES"/>
            </a:defPPr>
            <a:lvl1pPr marL="0" algn="l" defTabSz="829818" rtl="0" eaLnBrk="1" latinLnBrk="0" hangingPunct="1">
              <a:defRPr sz="1634" kern="1200">
                <a:solidFill>
                  <a:schemeClr val="tx1"/>
                </a:solidFill>
                <a:latin typeface="+mn-lt"/>
                <a:ea typeface="+mn-ea"/>
                <a:cs typeface="+mn-cs"/>
              </a:defRPr>
            </a:lvl1pPr>
            <a:lvl2pPr marL="414909" algn="l" defTabSz="829818" rtl="0" eaLnBrk="1" latinLnBrk="0" hangingPunct="1">
              <a:defRPr sz="1634" kern="1200">
                <a:solidFill>
                  <a:schemeClr val="tx1"/>
                </a:solidFill>
                <a:latin typeface="+mn-lt"/>
                <a:ea typeface="+mn-ea"/>
                <a:cs typeface="+mn-cs"/>
              </a:defRPr>
            </a:lvl2pPr>
            <a:lvl3pPr marL="829818" algn="l" defTabSz="829818" rtl="0" eaLnBrk="1" latinLnBrk="0" hangingPunct="1">
              <a:defRPr sz="1634" kern="1200">
                <a:solidFill>
                  <a:schemeClr val="tx1"/>
                </a:solidFill>
                <a:latin typeface="+mn-lt"/>
                <a:ea typeface="+mn-ea"/>
                <a:cs typeface="+mn-cs"/>
              </a:defRPr>
            </a:lvl3pPr>
            <a:lvl4pPr marL="1244727" algn="l" defTabSz="829818" rtl="0" eaLnBrk="1" latinLnBrk="0" hangingPunct="1">
              <a:defRPr sz="1634" kern="1200">
                <a:solidFill>
                  <a:schemeClr val="tx1"/>
                </a:solidFill>
                <a:latin typeface="+mn-lt"/>
                <a:ea typeface="+mn-ea"/>
                <a:cs typeface="+mn-cs"/>
              </a:defRPr>
            </a:lvl4pPr>
            <a:lvl5pPr marL="1659636" algn="l" defTabSz="829818" rtl="0" eaLnBrk="1" latinLnBrk="0" hangingPunct="1">
              <a:defRPr sz="1634" kern="1200">
                <a:solidFill>
                  <a:schemeClr val="tx1"/>
                </a:solidFill>
                <a:latin typeface="+mn-lt"/>
                <a:ea typeface="+mn-ea"/>
                <a:cs typeface="+mn-cs"/>
              </a:defRPr>
            </a:lvl5pPr>
            <a:lvl6pPr marL="2074545" algn="l" defTabSz="829818" rtl="0" eaLnBrk="1" latinLnBrk="0" hangingPunct="1">
              <a:defRPr sz="1634" kern="1200">
                <a:solidFill>
                  <a:schemeClr val="tx1"/>
                </a:solidFill>
                <a:latin typeface="+mn-lt"/>
                <a:ea typeface="+mn-ea"/>
                <a:cs typeface="+mn-cs"/>
              </a:defRPr>
            </a:lvl6pPr>
            <a:lvl7pPr marL="2489454" algn="l" defTabSz="829818" rtl="0" eaLnBrk="1" latinLnBrk="0" hangingPunct="1">
              <a:defRPr sz="1634" kern="1200">
                <a:solidFill>
                  <a:schemeClr val="tx1"/>
                </a:solidFill>
                <a:latin typeface="+mn-lt"/>
                <a:ea typeface="+mn-ea"/>
                <a:cs typeface="+mn-cs"/>
              </a:defRPr>
            </a:lvl7pPr>
            <a:lvl8pPr marL="2904363" algn="l" defTabSz="829818" rtl="0" eaLnBrk="1" latinLnBrk="0" hangingPunct="1">
              <a:defRPr sz="1634" kern="1200">
                <a:solidFill>
                  <a:schemeClr val="tx1"/>
                </a:solidFill>
                <a:latin typeface="+mn-lt"/>
                <a:ea typeface="+mn-ea"/>
                <a:cs typeface="+mn-cs"/>
              </a:defRPr>
            </a:lvl8pPr>
            <a:lvl9pPr marL="3319272" algn="l" defTabSz="829818" rtl="0" eaLnBrk="1" latinLnBrk="0" hangingPunct="1">
              <a:defRPr sz="1634" kern="1200">
                <a:solidFill>
                  <a:schemeClr val="tx1"/>
                </a:solidFill>
                <a:latin typeface="+mn-lt"/>
                <a:ea typeface="+mn-ea"/>
                <a:cs typeface="+mn-cs"/>
              </a:defRPr>
            </a:lvl9pPr>
          </a:lstStyle>
          <a:p>
            <a:pPr marL="11527">
              <a:lnSpc>
                <a:spcPts val="3917"/>
              </a:lnSpc>
            </a:pPr>
            <a:r>
              <a:rPr lang="es-ES" sz="4400" spc="218" dirty="0">
                <a:solidFill>
                  <a:schemeClr val="bg1"/>
                </a:solidFill>
                <a:latin typeface="ABC Monument Grotesk" panose="020B0504040202060203" pitchFamily="34" charset="0"/>
                <a:cs typeface="Khmer UI" panose="020B0502040204020203" pitchFamily="34" charset="0"/>
              </a:rPr>
              <a:t>Informe de Auditoría Interna </a:t>
            </a:r>
          </a:p>
        </p:txBody>
      </p:sp>
      <p:sp>
        <p:nvSpPr>
          <p:cNvPr id="13" name="object 2">
            <a:extLst>
              <a:ext uri="{FF2B5EF4-FFF2-40B4-BE49-F238E27FC236}">
                <a16:creationId xmlns:a16="http://schemas.microsoft.com/office/drawing/2014/main" id="{C755A865-CCDE-3EF8-60EA-04FCE76AF8FA}"/>
              </a:ext>
            </a:extLst>
          </p:cNvPr>
          <p:cNvSpPr txBox="1"/>
          <p:nvPr/>
        </p:nvSpPr>
        <p:spPr>
          <a:xfrm>
            <a:off x="329129" y="2822670"/>
            <a:ext cx="5861560" cy="463289"/>
          </a:xfrm>
          <a:prstGeom prst="rect">
            <a:avLst/>
          </a:prstGeom>
        </p:spPr>
        <p:txBody>
          <a:bodyPr vert="horz" wrap="square" lIns="0" tIns="0" rIns="0" bIns="0" rtlCol="0">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11527" defTabSz="829818" eaLnBrk="1" hangingPunct="1">
              <a:lnSpc>
                <a:spcPts val="3917"/>
              </a:lnSpc>
              <a:defRPr sz="3267" b="1" kern="1200" spc="218">
                <a:solidFill>
                  <a:schemeClr val="tx1"/>
                </a:solidFill>
                <a:latin typeface="ABC Monument Grotesk Thin" panose="020B0204040202060203" pitchFamily="34" charset="0"/>
                <a:cs typeface="Khmer UI" panose="020B0502040204020203" pitchFamily="34" charset="0"/>
              </a:defRPr>
            </a:lvl1pPr>
            <a:lvl2pPr marL="414909" defTabSz="829818" eaLnBrk="1" hangingPunct="1">
              <a:defRPr sz="1634" kern="1200">
                <a:solidFill>
                  <a:schemeClr val="tx1"/>
                </a:solidFill>
              </a:defRPr>
            </a:lvl2pPr>
            <a:lvl3pPr marL="829818" defTabSz="829818" eaLnBrk="1" hangingPunct="1">
              <a:defRPr sz="1634" kern="1200">
                <a:solidFill>
                  <a:schemeClr val="tx1"/>
                </a:solidFill>
              </a:defRPr>
            </a:lvl3pPr>
            <a:lvl4pPr marL="1244727" defTabSz="829818" eaLnBrk="1" hangingPunct="1">
              <a:defRPr sz="1634" kern="1200">
                <a:solidFill>
                  <a:schemeClr val="tx1"/>
                </a:solidFill>
              </a:defRPr>
            </a:lvl4pPr>
            <a:lvl5pPr marL="1659636" defTabSz="829818" eaLnBrk="1" hangingPunct="1">
              <a:defRPr sz="1634" kern="1200">
                <a:solidFill>
                  <a:schemeClr val="tx1"/>
                </a:solidFill>
              </a:defRPr>
            </a:lvl5pPr>
            <a:lvl6pPr marL="2074545" defTabSz="829818" eaLnBrk="1" hangingPunct="1">
              <a:defRPr sz="1634" kern="1200">
                <a:solidFill>
                  <a:schemeClr val="tx1"/>
                </a:solidFill>
              </a:defRPr>
            </a:lvl6pPr>
            <a:lvl7pPr marL="2489454" defTabSz="829818" eaLnBrk="1" hangingPunct="1">
              <a:defRPr sz="1634" kern="1200">
                <a:solidFill>
                  <a:schemeClr val="tx1"/>
                </a:solidFill>
              </a:defRPr>
            </a:lvl7pPr>
            <a:lvl8pPr marL="2904363" defTabSz="829818" eaLnBrk="1" hangingPunct="1">
              <a:defRPr sz="1634" kern="1200">
                <a:solidFill>
                  <a:schemeClr val="tx1"/>
                </a:solidFill>
              </a:defRPr>
            </a:lvl8pPr>
            <a:lvl9pPr marL="3319272" defTabSz="829818" eaLnBrk="1" hangingPunct="1">
              <a:defRPr sz="1634" kern="1200">
                <a:solidFill>
                  <a:schemeClr val="tx1"/>
                </a:solidFill>
              </a:defRPr>
            </a:lvl9pPr>
          </a:lstStyle>
          <a:p>
            <a:r>
              <a:rPr lang="es-ES" sz="3200" b="0" spc="0">
                <a:solidFill>
                  <a:schemeClr val="bg1"/>
                </a:solidFill>
              </a:rPr>
              <a:t>Transporte e-</a:t>
            </a:r>
            <a:r>
              <a:rPr lang="es-ES" sz="3200" b="0" spc="0" err="1">
                <a:solidFill>
                  <a:schemeClr val="bg1"/>
                </a:solidFill>
              </a:rPr>
              <a:t>commerce</a:t>
            </a:r>
            <a:endParaRPr lang="es-ES" sz="3200" b="0" spc="0">
              <a:solidFill>
                <a:schemeClr val="bg1"/>
              </a:solidFill>
            </a:endParaRPr>
          </a:p>
        </p:txBody>
      </p:sp>
      <p:sp>
        <p:nvSpPr>
          <p:cNvPr id="15" name="object 2">
            <a:extLst>
              <a:ext uri="{FF2B5EF4-FFF2-40B4-BE49-F238E27FC236}">
                <a16:creationId xmlns:a16="http://schemas.microsoft.com/office/drawing/2014/main" id="{CAE2C4A0-6C00-F961-A793-F45D6CFF309D}"/>
              </a:ext>
            </a:extLst>
          </p:cNvPr>
          <p:cNvSpPr txBox="1"/>
          <p:nvPr/>
        </p:nvSpPr>
        <p:spPr>
          <a:xfrm>
            <a:off x="346329" y="3755013"/>
            <a:ext cx="5861560" cy="463289"/>
          </a:xfrm>
          <a:prstGeom prst="rect">
            <a:avLst/>
          </a:prstGeom>
        </p:spPr>
        <p:txBody>
          <a:bodyPr vert="horz" wrap="square" lIns="0" tIns="0" rIns="0" bIns="0" rtlCol="0">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11527" defTabSz="829818" eaLnBrk="1" hangingPunct="1">
              <a:lnSpc>
                <a:spcPts val="3917"/>
              </a:lnSpc>
              <a:defRPr sz="3267" b="1" kern="1200" spc="218">
                <a:solidFill>
                  <a:schemeClr val="tx1"/>
                </a:solidFill>
                <a:latin typeface="ABC Monument Grotesk Thin" panose="020B0204040202060203" pitchFamily="34" charset="0"/>
                <a:cs typeface="Khmer UI" panose="020B0502040204020203" pitchFamily="34" charset="0"/>
              </a:defRPr>
            </a:lvl1pPr>
            <a:lvl2pPr marL="414909" defTabSz="829818" eaLnBrk="1" hangingPunct="1">
              <a:defRPr sz="1634" kern="1200">
                <a:solidFill>
                  <a:schemeClr val="tx1"/>
                </a:solidFill>
              </a:defRPr>
            </a:lvl2pPr>
            <a:lvl3pPr marL="829818" defTabSz="829818" eaLnBrk="1" hangingPunct="1">
              <a:defRPr sz="1634" kern="1200">
                <a:solidFill>
                  <a:schemeClr val="tx1"/>
                </a:solidFill>
              </a:defRPr>
            </a:lvl3pPr>
            <a:lvl4pPr marL="1244727" defTabSz="829818" eaLnBrk="1" hangingPunct="1">
              <a:defRPr sz="1634" kern="1200">
                <a:solidFill>
                  <a:schemeClr val="tx1"/>
                </a:solidFill>
              </a:defRPr>
            </a:lvl4pPr>
            <a:lvl5pPr marL="1659636" defTabSz="829818" eaLnBrk="1" hangingPunct="1">
              <a:defRPr sz="1634" kern="1200">
                <a:solidFill>
                  <a:schemeClr val="tx1"/>
                </a:solidFill>
              </a:defRPr>
            </a:lvl5pPr>
            <a:lvl6pPr marL="2074545" defTabSz="829818" eaLnBrk="1" hangingPunct="1">
              <a:defRPr sz="1634" kern="1200">
                <a:solidFill>
                  <a:schemeClr val="tx1"/>
                </a:solidFill>
              </a:defRPr>
            </a:lvl6pPr>
            <a:lvl7pPr marL="2489454" defTabSz="829818" eaLnBrk="1" hangingPunct="1">
              <a:defRPr sz="1634" kern="1200">
                <a:solidFill>
                  <a:schemeClr val="tx1"/>
                </a:solidFill>
              </a:defRPr>
            </a:lvl7pPr>
            <a:lvl8pPr marL="2904363" defTabSz="829818" eaLnBrk="1" hangingPunct="1">
              <a:defRPr sz="1634" kern="1200">
                <a:solidFill>
                  <a:schemeClr val="tx1"/>
                </a:solidFill>
              </a:defRPr>
            </a:lvl8pPr>
            <a:lvl9pPr marL="3319272" defTabSz="829818" eaLnBrk="1" hangingPunct="1">
              <a:defRPr sz="1634" kern="1200">
                <a:solidFill>
                  <a:schemeClr val="tx1"/>
                </a:solidFill>
              </a:defRPr>
            </a:lvl9pPr>
          </a:lstStyle>
          <a:p>
            <a:r>
              <a:rPr lang="es-ES" sz="2400" spc="0">
                <a:solidFill>
                  <a:schemeClr val="bg1"/>
                </a:solidFill>
              </a:rPr>
              <a:t>Lista de Distribución</a:t>
            </a:r>
          </a:p>
        </p:txBody>
      </p:sp>
      <p:sp>
        <p:nvSpPr>
          <p:cNvPr id="16" name="object 2">
            <a:extLst>
              <a:ext uri="{FF2B5EF4-FFF2-40B4-BE49-F238E27FC236}">
                <a16:creationId xmlns:a16="http://schemas.microsoft.com/office/drawing/2014/main" id="{A0E25942-B93D-3050-F41D-196DF3FDC5AC}"/>
              </a:ext>
            </a:extLst>
          </p:cNvPr>
          <p:cNvSpPr txBox="1"/>
          <p:nvPr/>
        </p:nvSpPr>
        <p:spPr>
          <a:xfrm>
            <a:off x="369581" y="6291714"/>
            <a:ext cx="1943999" cy="608247"/>
          </a:xfrm>
          <a:prstGeom prst="rect">
            <a:avLst/>
          </a:prstGeom>
        </p:spPr>
        <p:txBody>
          <a:bodyPr vert="horz" wrap="square" lIns="0" tIns="0" rIns="0" bIns="0" rtlCol="0">
            <a:noAutofit/>
          </a:bodyPr>
          <a:lstStyle>
            <a:defPPr>
              <a:defRPr lang="es-ES"/>
            </a:defPPr>
            <a:lvl1pPr marL="0" algn="l" defTabSz="829818" rtl="0" eaLnBrk="1" latinLnBrk="0" hangingPunct="1">
              <a:defRPr sz="1634" kern="1200">
                <a:solidFill>
                  <a:schemeClr val="tx1"/>
                </a:solidFill>
                <a:latin typeface="+mn-lt"/>
                <a:ea typeface="+mn-ea"/>
                <a:cs typeface="+mn-cs"/>
              </a:defRPr>
            </a:lvl1pPr>
            <a:lvl2pPr marL="414909" algn="l" defTabSz="829818" rtl="0" eaLnBrk="1" latinLnBrk="0" hangingPunct="1">
              <a:defRPr sz="1634" kern="1200">
                <a:solidFill>
                  <a:schemeClr val="tx1"/>
                </a:solidFill>
                <a:latin typeface="+mn-lt"/>
                <a:ea typeface="+mn-ea"/>
                <a:cs typeface="+mn-cs"/>
              </a:defRPr>
            </a:lvl2pPr>
            <a:lvl3pPr marL="829818" algn="l" defTabSz="829818" rtl="0" eaLnBrk="1" latinLnBrk="0" hangingPunct="1">
              <a:defRPr sz="1634" kern="1200">
                <a:solidFill>
                  <a:schemeClr val="tx1"/>
                </a:solidFill>
                <a:latin typeface="+mn-lt"/>
                <a:ea typeface="+mn-ea"/>
                <a:cs typeface="+mn-cs"/>
              </a:defRPr>
            </a:lvl3pPr>
            <a:lvl4pPr marL="1244727" algn="l" defTabSz="829818" rtl="0" eaLnBrk="1" latinLnBrk="0" hangingPunct="1">
              <a:defRPr sz="1634" kern="1200">
                <a:solidFill>
                  <a:schemeClr val="tx1"/>
                </a:solidFill>
                <a:latin typeface="+mn-lt"/>
                <a:ea typeface="+mn-ea"/>
                <a:cs typeface="+mn-cs"/>
              </a:defRPr>
            </a:lvl4pPr>
            <a:lvl5pPr marL="1659636" algn="l" defTabSz="829818" rtl="0" eaLnBrk="1" latinLnBrk="0" hangingPunct="1">
              <a:defRPr sz="1634" kern="1200">
                <a:solidFill>
                  <a:schemeClr val="tx1"/>
                </a:solidFill>
                <a:latin typeface="+mn-lt"/>
                <a:ea typeface="+mn-ea"/>
                <a:cs typeface="+mn-cs"/>
              </a:defRPr>
            </a:lvl5pPr>
            <a:lvl6pPr marL="2074545" algn="l" defTabSz="829818" rtl="0" eaLnBrk="1" latinLnBrk="0" hangingPunct="1">
              <a:defRPr sz="1634" kern="1200">
                <a:solidFill>
                  <a:schemeClr val="tx1"/>
                </a:solidFill>
                <a:latin typeface="+mn-lt"/>
                <a:ea typeface="+mn-ea"/>
                <a:cs typeface="+mn-cs"/>
              </a:defRPr>
            </a:lvl6pPr>
            <a:lvl7pPr marL="2489454" algn="l" defTabSz="829818" rtl="0" eaLnBrk="1" latinLnBrk="0" hangingPunct="1">
              <a:defRPr sz="1634" kern="1200">
                <a:solidFill>
                  <a:schemeClr val="tx1"/>
                </a:solidFill>
                <a:latin typeface="+mn-lt"/>
                <a:ea typeface="+mn-ea"/>
                <a:cs typeface="+mn-cs"/>
              </a:defRPr>
            </a:lvl7pPr>
            <a:lvl8pPr marL="2904363" algn="l" defTabSz="829818" rtl="0" eaLnBrk="1" latinLnBrk="0" hangingPunct="1">
              <a:defRPr sz="1634" kern="1200">
                <a:solidFill>
                  <a:schemeClr val="tx1"/>
                </a:solidFill>
                <a:latin typeface="+mn-lt"/>
                <a:ea typeface="+mn-ea"/>
                <a:cs typeface="+mn-cs"/>
              </a:defRPr>
            </a:lvl8pPr>
            <a:lvl9pPr marL="3319272" algn="l" defTabSz="829818" rtl="0" eaLnBrk="1" latinLnBrk="0" hangingPunct="1">
              <a:defRPr sz="1634" kern="1200">
                <a:solidFill>
                  <a:schemeClr val="tx1"/>
                </a:solidFill>
                <a:latin typeface="+mn-lt"/>
                <a:ea typeface="+mn-ea"/>
                <a:cs typeface="+mn-cs"/>
              </a:defRPr>
            </a:lvl9pPr>
          </a:lstStyle>
          <a:p>
            <a:pPr marL="11527"/>
            <a:r>
              <a:rPr lang="es-ES" sz="1600" b="1" dirty="0">
                <a:solidFill>
                  <a:schemeClr val="bg1"/>
                </a:solidFill>
                <a:latin typeface="ABC Monument Grotesk" panose="020B0504040202060203" pitchFamily="34" charset="0"/>
                <a:cs typeface="Khmer UI" panose="020B0502040204020203" pitchFamily="34" charset="0"/>
              </a:rPr>
              <a:t>Septiembre-2026</a:t>
            </a:r>
          </a:p>
          <a:p>
            <a:pPr marL="11527"/>
            <a:r>
              <a:rPr lang="es-ES" sz="1452" dirty="0">
                <a:solidFill>
                  <a:schemeClr val="bg1"/>
                </a:solidFill>
                <a:latin typeface="ABC Monument Grotesk Thin" panose="020B0204040202060203" pitchFamily="34" charset="0"/>
                <a:cs typeface="Khmer UI" panose="020B0502040204020203" pitchFamily="34" charset="0"/>
              </a:rPr>
              <a:t>Ref.: </a:t>
            </a:r>
            <a:r>
              <a:rPr lang="es-ES" sz="1452" dirty="0" err="1">
                <a:solidFill>
                  <a:schemeClr val="bg1"/>
                </a:solidFill>
                <a:latin typeface="ABC Monument Grotesk Thin" panose="020B0204040202060203" pitchFamily="34" charset="0"/>
                <a:cs typeface="Khmer UI" panose="020B0502040204020203" pitchFamily="34" charset="0"/>
              </a:rPr>
              <a:t>xxxx</a:t>
            </a:r>
            <a:endParaRPr sz="1452" dirty="0">
              <a:solidFill>
                <a:schemeClr val="bg1"/>
              </a:solidFill>
              <a:latin typeface="ABC Monument Grotesk Thin" panose="020B0204040202060203" pitchFamily="34" charset="0"/>
              <a:cs typeface="Khmer UI" panose="020B0502040204020203" pitchFamily="34" charset="0"/>
            </a:endParaRPr>
          </a:p>
        </p:txBody>
      </p:sp>
      <p:sp>
        <p:nvSpPr>
          <p:cNvPr id="14" name="object 4">
            <a:extLst>
              <a:ext uri="{FF2B5EF4-FFF2-40B4-BE49-F238E27FC236}">
                <a16:creationId xmlns:a16="http://schemas.microsoft.com/office/drawing/2014/main" id="{C61AF41D-ED75-3457-D6B9-A70CDB9EB2B0}"/>
              </a:ext>
            </a:extLst>
          </p:cNvPr>
          <p:cNvSpPr txBox="1"/>
          <p:nvPr/>
        </p:nvSpPr>
        <p:spPr>
          <a:xfrm>
            <a:off x="403941" y="4403682"/>
            <a:ext cx="3403472" cy="1515337"/>
          </a:xfrm>
          <a:prstGeom prst="rect">
            <a:avLst/>
          </a:prstGeom>
        </p:spPr>
        <p:txBody>
          <a:bodyPr vert="horz" wrap="square" lIns="0" tIns="0" rIns="0" bIns="0" rtlCol="0">
            <a:noAutofit/>
          </a:bodyPr>
          <a:lstStyle>
            <a:defPPr>
              <a:defRPr lang="es-ES"/>
            </a:defPPr>
            <a:lvl1pPr marL="0" algn="l" defTabSz="829818" rtl="0" eaLnBrk="1" latinLnBrk="0" hangingPunct="1">
              <a:defRPr sz="1634" kern="1200">
                <a:solidFill>
                  <a:schemeClr val="tx1"/>
                </a:solidFill>
                <a:latin typeface="+mn-lt"/>
                <a:ea typeface="+mn-ea"/>
                <a:cs typeface="+mn-cs"/>
              </a:defRPr>
            </a:lvl1pPr>
            <a:lvl2pPr marL="414909" algn="l" defTabSz="829818" rtl="0" eaLnBrk="1" latinLnBrk="0" hangingPunct="1">
              <a:defRPr sz="1634" kern="1200">
                <a:solidFill>
                  <a:schemeClr val="tx1"/>
                </a:solidFill>
                <a:latin typeface="+mn-lt"/>
                <a:ea typeface="+mn-ea"/>
                <a:cs typeface="+mn-cs"/>
              </a:defRPr>
            </a:lvl2pPr>
            <a:lvl3pPr marL="829818" algn="l" defTabSz="829818" rtl="0" eaLnBrk="1" latinLnBrk="0" hangingPunct="1">
              <a:defRPr sz="1634" kern="1200">
                <a:solidFill>
                  <a:schemeClr val="tx1"/>
                </a:solidFill>
                <a:latin typeface="+mn-lt"/>
                <a:ea typeface="+mn-ea"/>
                <a:cs typeface="+mn-cs"/>
              </a:defRPr>
            </a:lvl3pPr>
            <a:lvl4pPr marL="1244727" algn="l" defTabSz="829818" rtl="0" eaLnBrk="1" latinLnBrk="0" hangingPunct="1">
              <a:defRPr sz="1634" kern="1200">
                <a:solidFill>
                  <a:schemeClr val="tx1"/>
                </a:solidFill>
                <a:latin typeface="+mn-lt"/>
                <a:ea typeface="+mn-ea"/>
                <a:cs typeface="+mn-cs"/>
              </a:defRPr>
            </a:lvl4pPr>
            <a:lvl5pPr marL="1659636" algn="l" defTabSz="829818" rtl="0" eaLnBrk="1" latinLnBrk="0" hangingPunct="1">
              <a:defRPr sz="1634" kern="1200">
                <a:solidFill>
                  <a:schemeClr val="tx1"/>
                </a:solidFill>
                <a:latin typeface="+mn-lt"/>
                <a:ea typeface="+mn-ea"/>
                <a:cs typeface="+mn-cs"/>
              </a:defRPr>
            </a:lvl5pPr>
            <a:lvl6pPr marL="2074545" algn="l" defTabSz="829818" rtl="0" eaLnBrk="1" latinLnBrk="0" hangingPunct="1">
              <a:defRPr sz="1634" kern="1200">
                <a:solidFill>
                  <a:schemeClr val="tx1"/>
                </a:solidFill>
                <a:latin typeface="+mn-lt"/>
                <a:ea typeface="+mn-ea"/>
                <a:cs typeface="+mn-cs"/>
              </a:defRPr>
            </a:lvl6pPr>
            <a:lvl7pPr marL="2489454" algn="l" defTabSz="829818" rtl="0" eaLnBrk="1" latinLnBrk="0" hangingPunct="1">
              <a:defRPr sz="1634" kern="1200">
                <a:solidFill>
                  <a:schemeClr val="tx1"/>
                </a:solidFill>
                <a:latin typeface="+mn-lt"/>
                <a:ea typeface="+mn-ea"/>
                <a:cs typeface="+mn-cs"/>
              </a:defRPr>
            </a:lvl7pPr>
            <a:lvl8pPr marL="2904363" algn="l" defTabSz="829818" rtl="0" eaLnBrk="1" latinLnBrk="0" hangingPunct="1">
              <a:defRPr sz="1634" kern="1200">
                <a:solidFill>
                  <a:schemeClr val="tx1"/>
                </a:solidFill>
                <a:latin typeface="+mn-lt"/>
                <a:ea typeface="+mn-ea"/>
                <a:cs typeface="+mn-cs"/>
              </a:defRPr>
            </a:lvl8pPr>
            <a:lvl9pPr marL="3319272" algn="l" defTabSz="829818" rtl="0" eaLnBrk="1" latinLnBrk="0" hangingPunct="1">
              <a:defRPr sz="1634" kern="1200">
                <a:solidFill>
                  <a:schemeClr val="tx1"/>
                </a:solidFill>
                <a:latin typeface="+mn-lt"/>
                <a:ea typeface="+mn-ea"/>
                <a:cs typeface="+mn-cs"/>
              </a:defRPr>
            </a:lvl9pPr>
          </a:lstStyle>
          <a:p>
            <a:pPr marL="174625" indent="-165100">
              <a:lnSpc>
                <a:spcPts val="1000"/>
              </a:lnSpc>
              <a:spcBef>
                <a:spcPts val="726"/>
              </a:spcBef>
              <a:buSzPct val="70000"/>
              <a:buFont typeface="ABC Monument Grotesk Thin" panose="020B0204040202060203" pitchFamily="34" charset="0"/>
              <a:buChar char="›"/>
              <a:tabLst>
                <a:tab pos="440906" algn="l"/>
              </a:tabLst>
            </a:pPr>
            <a:r>
              <a:rPr lang="es-ES" sz="1200" dirty="0">
                <a:solidFill>
                  <a:schemeClr val="bg1"/>
                </a:solidFill>
                <a:latin typeface="ABC Monument Grotesk Thin" panose="020B0204040202060203" pitchFamily="34" charset="0"/>
                <a:cs typeface="Khmer UI" panose="020B0502040204020203" pitchFamily="34" charset="0"/>
              </a:rPr>
              <a:t>Transporte e-</a:t>
            </a:r>
            <a:r>
              <a:rPr lang="es-ES" sz="1200" dirty="0" err="1">
                <a:solidFill>
                  <a:schemeClr val="bg1"/>
                </a:solidFill>
                <a:latin typeface="ABC Monument Grotesk Thin" panose="020B0204040202060203" pitchFamily="34" charset="0"/>
                <a:cs typeface="Khmer UI" panose="020B0502040204020203" pitchFamily="34" charset="0"/>
              </a:rPr>
              <a:t>commerce</a:t>
            </a:r>
            <a:endParaRPr lang="es-ES" sz="1200" dirty="0">
              <a:solidFill>
                <a:schemeClr val="bg1"/>
              </a:solidFill>
              <a:latin typeface="ABC Monument Grotesk Thin" panose="020B0204040202060203" pitchFamily="34" charset="0"/>
              <a:cs typeface="Khmer UI" panose="020B0502040204020203" pitchFamily="34" charset="0"/>
            </a:endParaRPr>
          </a:p>
          <a:p>
            <a:pPr marL="174625" indent="-165100">
              <a:lnSpc>
                <a:spcPts val="1000"/>
              </a:lnSpc>
              <a:spcBef>
                <a:spcPts val="726"/>
              </a:spcBef>
              <a:buSzPct val="70000"/>
              <a:buFont typeface="ABC Monument Grotesk Thin" panose="020B0204040202060203" pitchFamily="34" charset="0"/>
              <a:buChar char="›"/>
              <a:tabLst>
                <a:tab pos="440906" algn="l"/>
              </a:tabLst>
            </a:pPr>
            <a:r>
              <a:rPr lang="es-ES" sz="1200" dirty="0">
                <a:solidFill>
                  <a:schemeClr val="bg1"/>
                </a:solidFill>
                <a:latin typeface="ABC Monument Grotesk Thin" panose="020B0204040202060203" pitchFamily="34" charset="0"/>
                <a:cs typeface="Khmer UI" panose="020B0502040204020203" pitchFamily="34" charset="0"/>
              </a:rPr>
              <a:t>Tecnología Transporte e-</a:t>
            </a:r>
            <a:r>
              <a:rPr lang="es-ES" sz="1200" dirty="0" err="1">
                <a:solidFill>
                  <a:schemeClr val="bg1"/>
                </a:solidFill>
                <a:latin typeface="ABC Monument Grotesk Thin" panose="020B0204040202060203" pitchFamily="34" charset="0"/>
                <a:cs typeface="Khmer UI" panose="020B0502040204020203" pitchFamily="34" charset="0"/>
              </a:rPr>
              <a:t>commerce</a:t>
            </a:r>
            <a:endParaRPr lang="es-ES" sz="1200" dirty="0">
              <a:solidFill>
                <a:schemeClr val="bg1"/>
              </a:solidFill>
              <a:latin typeface="ABC Monument Grotesk Thin" panose="020B0204040202060203" pitchFamily="34" charset="0"/>
              <a:cs typeface="Khmer UI" panose="020B0502040204020203" pitchFamily="34" charset="0"/>
            </a:endParaRPr>
          </a:p>
          <a:p>
            <a:pPr marL="174625" indent="-165100">
              <a:lnSpc>
                <a:spcPts val="1000"/>
              </a:lnSpc>
              <a:spcBef>
                <a:spcPts val="726"/>
              </a:spcBef>
              <a:buSzPct val="70000"/>
              <a:buFont typeface="ABC Monument Grotesk Thin" panose="020B0204040202060203" pitchFamily="34" charset="0"/>
              <a:buChar char="›"/>
              <a:tabLst>
                <a:tab pos="440906" algn="l"/>
              </a:tabLst>
            </a:pPr>
            <a:r>
              <a:rPr lang="es-ES" sz="1200" dirty="0">
                <a:solidFill>
                  <a:schemeClr val="bg1"/>
                </a:solidFill>
                <a:latin typeface="ABC Monument Grotesk Thin" panose="020B0204040202060203" pitchFamily="34" charset="0"/>
                <a:cs typeface="Khmer UI" panose="020B0502040204020203" pitchFamily="34" charset="0"/>
              </a:rPr>
              <a:t>Tecnología e-</a:t>
            </a:r>
            <a:r>
              <a:rPr lang="es-ES" sz="1200" dirty="0" err="1">
                <a:solidFill>
                  <a:schemeClr val="bg1"/>
                </a:solidFill>
                <a:latin typeface="ABC Monument Grotesk Thin" panose="020B0204040202060203" pitchFamily="34" charset="0"/>
                <a:cs typeface="Khmer UI" panose="020B0502040204020203" pitchFamily="34" charset="0"/>
              </a:rPr>
              <a:t>commerce</a:t>
            </a:r>
            <a:endParaRPr lang="es-ES" sz="1200" dirty="0">
              <a:solidFill>
                <a:schemeClr val="bg1"/>
              </a:solidFill>
              <a:latin typeface="ABC Monument Grotesk Thin" panose="020B0204040202060203" pitchFamily="34" charset="0"/>
              <a:cs typeface="Khmer UI" panose="020B0502040204020203" pitchFamily="34" charset="0"/>
            </a:endParaRPr>
          </a:p>
          <a:p>
            <a:pPr marL="174625" indent="-165100">
              <a:lnSpc>
                <a:spcPts val="1000"/>
              </a:lnSpc>
              <a:spcBef>
                <a:spcPts val="726"/>
              </a:spcBef>
              <a:buSzPct val="70000"/>
              <a:buFont typeface="ABC Monument Grotesk Thin" panose="020B0204040202060203" pitchFamily="34" charset="0"/>
              <a:buChar char="›"/>
              <a:tabLst>
                <a:tab pos="440906" algn="l"/>
              </a:tabLst>
            </a:pPr>
            <a:r>
              <a:rPr lang="es-ES" sz="1200" dirty="0">
                <a:solidFill>
                  <a:schemeClr val="bg1"/>
                </a:solidFill>
                <a:latin typeface="ABC Monument Grotesk Thin"/>
              </a:rPr>
              <a:t>Transporte Business </a:t>
            </a:r>
            <a:r>
              <a:rPr lang="es-ES" sz="1200" dirty="0" err="1">
                <a:solidFill>
                  <a:schemeClr val="bg1"/>
                </a:solidFill>
                <a:latin typeface="ABC Monument Grotesk Thin"/>
              </a:rPr>
              <a:t>Analytics</a:t>
            </a:r>
            <a:endParaRPr lang="es-ES" sz="1200" dirty="0">
              <a:solidFill>
                <a:schemeClr val="bg1"/>
              </a:solidFill>
              <a:latin typeface="ABC Monument Grotesk Thin" panose="020B0204040202060203" pitchFamily="34" charset="0"/>
              <a:cs typeface="Khmer UI" panose="020B0502040204020203" pitchFamily="34" charset="0"/>
            </a:endParaRPr>
          </a:p>
          <a:p>
            <a:pPr marL="174625" indent="-165100">
              <a:lnSpc>
                <a:spcPts val="1000"/>
              </a:lnSpc>
              <a:spcBef>
                <a:spcPts val="726"/>
              </a:spcBef>
              <a:buSzPct val="70000"/>
              <a:buFont typeface="ABC Monument Grotesk Thin" panose="020B0204040202060203" pitchFamily="34" charset="0"/>
              <a:buChar char="›"/>
              <a:tabLst>
                <a:tab pos="440906" algn="l"/>
              </a:tabLst>
            </a:pPr>
            <a:r>
              <a:rPr lang="es-ES" sz="1200" dirty="0">
                <a:solidFill>
                  <a:schemeClr val="bg1"/>
                </a:solidFill>
                <a:latin typeface="ABC Monument Grotesk Thin" panose="020B0204040202060203" pitchFamily="34" charset="0"/>
                <a:cs typeface="Khmer UI" panose="020B0502040204020203" pitchFamily="34" charset="0"/>
              </a:rPr>
              <a:t>FLF</a:t>
            </a:r>
          </a:p>
          <a:p>
            <a:pPr marL="174625" indent="-165100">
              <a:lnSpc>
                <a:spcPts val="1000"/>
              </a:lnSpc>
              <a:spcBef>
                <a:spcPts val="726"/>
              </a:spcBef>
              <a:buSzPct val="70000"/>
              <a:buFont typeface="ABC Monument Grotesk Thin" panose="020B0204040202060203" pitchFamily="34" charset="0"/>
              <a:buChar char="›"/>
              <a:tabLst>
                <a:tab pos="440906" algn="l"/>
              </a:tabLst>
            </a:pPr>
            <a:r>
              <a:rPr lang="es-ES" sz="1200" dirty="0">
                <a:solidFill>
                  <a:schemeClr val="bg1"/>
                </a:solidFill>
                <a:latin typeface="ABC Monument Grotesk Thin" panose="020B0204040202060203" pitchFamily="34" charset="0"/>
                <a:cs typeface="Khmer UI" panose="020B0502040204020203" pitchFamily="34" charset="0"/>
              </a:rPr>
              <a:t>Tecnología Plataforma</a:t>
            </a:r>
          </a:p>
          <a:p>
            <a:pPr marL="174625" indent="-165100">
              <a:lnSpc>
                <a:spcPts val="1000"/>
              </a:lnSpc>
              <a:spcBef>
                <a:spcPts val="726"/>
              </a:spcBef>
              <a:buSzPct val="70000"/>
              <a:buFont typeface="ABC Monument Grotesk Thin" panose="020B0204040202060203" pitchFamily="34" charset="0"/>
              <a:buChar char="›"/>
              <a:tabLst>
                <a:tab pos="440906" algn="l"/>
              </a:tabLst>
            </a:pPr>
            <a:r>
              <a:rPr lang="es-ES" sz="1200" dirty="0">
                <a:solidFill>
                  <a:schemeClr val="bg1"/>
                </a:solidFill>
                <a:latin typeface="ABC Monument Grotesk Thin" panose="020B0204040202060203" pitchFamily="34" charset="0"/>
                <a:cs typeface="Khmer UI" panose="020B0502040204020203" pitchFamily="34" charset="0"/>
              </a:rPr>
              <a:t>Gestión de Riesgos</a:t>
            </a:r>
          </a:p>
          <a:p>
            <a:pPr marL="174625" indent="-165100">
              <a:lnSpc>
                <a:spcPts val="1000"/>
              </a:lnSpc>
              <a:spcBef>
                <a:spcPts val="726"/>
              </a:spcBef>
              <a:buSzPct val="70000"/>
              <a:buFont typeface="ABC Monument Grotesk Thin" panose="020B0204040202060203" pitchFamily="34" charset="0"/>
              <a:buChar char="›"/>
              <a:tabLst>
                <a:tab pos="440906" algn="l"/>
              </a:tabLst>
            </a:pPr>
            <a:endParaRPr lang="es-ES" sz="1200" dirty="0">
              <a:solidFill>
                <a:schemeClr val="bg1"/>
              </a:solidFill>
              <a:latin typeface="ABC Monument Grotesk Thin" panose="020B0204040202060203" pitchFamily="34" charset="0"/>
              <a:cs typeface="Khmer UI" panose="020B0502040204020203" pitchFamily="34" charset="0"/>
            </a:endParaRPr>
          </a:p>
          <a:p>
            <a:pPr marL="9525">
              <a:lnSpc>
                <a:spcPts val="1000"/>
              </a:lnSpc>
              <a:spcBef>
                <a:spcPts val="726"/>
              </a:spcBef>
              <a:buSzPct val="70000"/>
              <a:tabLst>
                <a:tab pos="440906" algn="l"/>
              </a:tabLst>
            </a:pPr>
            <a:endParaRPr lang="es-ES" sz="1200" dirty="0">
              <a:solidFill>
                <a:schemeClr val="bg1"/>
              </a:solidFill>
              <a:latin typeface="ABC Monument Grotesk Thin" panose="020B0204040202060203" pitchFamily="34" charset="0"/>
              <a:cs typeface="Khmer UI" panose="020B0502040204020203" pitchFamily="34" charset="0"/>
            </a:endParaRPr>
          </a:p>
          <a:p>
            <a:pPr marL="9525">
              <a:lnSpc>
                <a:spcPts val="1000"/>
              </a:lnSpc>
              <a:spcBef>
                <a:spcPts val="726"/>
              </a:spcBef>
              <a:buSzPct val="70000"/>
              <a:tabLst>
                <a:tab pos="440906" algn="l"/>
              </a:tabLst>
            </a:pPr>
            <a:endParaRPr lang="es-ES" sz="1200" dirty="0">
              <a:solidFill>
                <a:schemeClr val="bg1"/>
              </a:solidFill>
              <a:latin typeface="ABC Monument Grotesk Thin" panose="020B0204040202060203" pitchFamily="34" charset="0"/>
              <a:cs typeface="Khmer UI" panose="020B0502040204020203" pitchFamily="34" charset="0"/>
            </a:endParaRPr>
          </a:p>
        </p:txBody>
      </p:sp>
      <p:sp>
        <p:nvSpPr>
          <p:cNvPr id="2" name="object 5">
            <a:extLst>
              <a:ext uri="{FF2B5EF4-FFF2-40B4-BE49-F238E27FC236}">
                <a16:creationId xmlns:a16="http://schemas.microsoft.com/office/drawing/2014/main" id="{4253CE53-6CF3-3080-954A-0386B50BCC8B}"/>
              </a:ext>
            </a:extLst>
          </p:cNvPr>
          <p:cNvSpPr txBox="1"/>
          <p:nvPr/>
        </p:nvSpPr>
        <p:spPr>
          <a:xfrm>
            <a:off x="361154" y="195911"/>
            <a:ext cx="2690813" cy="549563"/>
          </a:xfrm>
          <a:prstGeom prst="rect">
            <a:avLst/>
          </a:prstGeom>
        </p:spPr>
        <p:txBody>
          <a:bodyPr vert="horz" wrap="square" lIns="0" tIns="0" rIns="0" bIns="0" rtlCol="0">
            <a:noAutofit/>
          </a:bodyPr>
          <a:lstStyle>
            <a:defPPr>
              <a:defRPr lang="es-ES"/>
            </a:defPPr>
            <a:lvl1pPr marL="0" algn="l" defTabSz="829818" rtl="0" eaLnBrk="1" latinLnBrk="0" hangingPunct="1">
              <a:defRPr sz="1634" kern="1200">
                <a:solidFill>
                  <a:schemeClr val="tx1"/>
                </a:solidFill>
                <a:latin typeface="+mn-lt"/>
                <a:ea typeface="+mn-ea"/>
                <a:cs typeface="+mn-cs"/>
              </a:defRPr>
            </a:lvl1pPr>
            <a:lvl2pPr marL="414909" algn="l" defTabSz="829818" rtl="0" eaLnBrk="1" latinLnBrk="0" hangingPunct="1">
              <a:defRPr sz="1634" kern="1200">
                <a:solidFill>
                  <a:schemeClr val="tx1"/>
                </a:solidFill>
                <a:latin typeface="+mn-lt"/>
                <a:ea typeface="+mn-ea"/>
                <a:cs typeface="+mn-cs"/>
              </a:defRPr>
            </a:lvl2pPr>
            <a:lvl3pPr marL="829818" algn="l" defTabSz="829818" rtl="0" eaLnBrk="1" latinLnBrk="0" hangingPunct="1">
              <a:defRPr sz="1634" kern="1200">
                <a:solidFill>
                  <a:schemeClr val="tx1"/>
                </a:solidFill>
                <a:latin typeface="+mn-lt"/>
                <a:ea typeface="+mn-ea"/>
                <a:cs typeface="+mn-cs"/>
              </a:defRPr>
            </a:lvl3pPr>
            <a:lvl4pPr marL="1244727" algn="l" defTabSz="829818" rtl="0" eaLnBrk="1" latinLnBrk="0" hangingPunct="1">
              <a:defRPr sz="1634" kern="1200">
                <a:solidFill>
                  <a:schemeClr val="tx1"/>
                </a:solidFill>
                <a:latin typeface="+mn-lt"/>
                <a:ea typeface="+mn-ea"/>
                <a:cs typeface="+mn-cs"/>
              </a:defRPr>
            </a:lvl4pPr>
            <a:lvl5pPr marL="1659636" algn="l" defTabSz="829818" rtl="0" eaLnBrk="1" latinLnBrk="0" hangingPunct="1">
              <a:defRPr sz="1634" kern="1200">
                <a:solidFill>
                  <a:schemeClr val="tx1"/>
                </a:solidFill>
                <a:latin typeface="+mn-lt"/>
                <a:ea typeface="+mn-ea"/>
                <a:cs typeface="+mn-cs"/>
              </a:defRPr>
            </a:lvl5pPr>
            <a:lvl6pPr marL="2074545" algn="l" defTabSz="829818" rtl="0" eaLnBrk="1" latinLnBrk="0" hangingPunct="1">
              <a:defRPr sz="1634" kern="1200">
                <a:solidFill>
                  <a:schemeClr val="tx1"/>
                </a:solidFill>
                <a:latin typeface="+mn-lt"/>
                <a:ea typeface="+mn-ea"/>
                <a:cs typeface="+mn-cs"/>
              </a:defRPr>
            </a:lvl6pPr>
            <a:lvl7pPr marL="2489454" algn="l" defTabSz="829818" rtl="0" eaLnBrk="1" latinLnBrk="0" hangingPunct="1">
              <a:defRPr sz="1634" kern="1200">
                <a:solidFill>
                  <a:schemeClr val="tx1"/>
                </a:solidFill>
                <a:latin typeface="+mn-lt"/>
                <a:ea typeface="+mn-ea"/>
                <a:cs typeface="+mn-cs"/>
              </a:defRPr>
            </a:lvl7pPr>
            <a:lvl8pPr marL="2904363" algn="l" defTabSz="829818" rtl="0" eaLnBrk="1" latinLnBrk="0" hangingPunct="1">
              <a:defRPr sz="1634" kern="1200">
                <a:solidFill>
                  <a:schemeClr val="tx1"/>
                </a:solidFill>
                <a:latin typeface="+mn-lt"/>
                <a:ea typeface="+mn-ea"/>
                <a:cs typeface="+mn-cs"/>
              </a:defRPr>
            </a:lvl8pPr>
            <a:lvl9pPr marL="3319272" algn="l" defTabSz="829818" rtl="0" eaLnBrk="1" latinLnBrk="0" hangingPunct="1">
              <a:defRPr sz="1634" kern="1200">
                <a:solidFill>
                  <a:schemeClr val="tx1"/>
                </a:solidFill>
                <a:latin typeface="+mn-lt"/>
                <a:ea typeface="+mn-ea"/>
                <a:cs typeface="+mn-cs"/>
              </a:defRPr>
            </a:lvl9pPr>
          </a:lstStyle>
          <a:p>
            <a:pPr marL="8646"/>
            <a:r>
              <a:rPr sz="2000" spc="7">
                <a:solidFill>
                  <a:schemeClr val="bg1"/>
                </a:solidFill>
                <a:latin typeface="ABC Monument Grotesk Medium" panose="020B0604040202060203" pitchFamily="34" charset="0"/>
                <a:cs typeface="Arial"/>
              </a:rPr>
              <a:t>CONFIDENCIAL</a:t>
            </a:r>
            <a:endParaRPr sz="2000">
              <a:solidFill>
                <a:schemeClr val="bg1"/>
              </a:solidFill>
              <a:latin typeface="ABC Monument Grotesk Medium" panose="020B0604040202060203" pitchFamily="34" charset="0"/>
              <a:cs typeface="Arial"/>
            </a:endParaRPr>
          </a:p>
        </p:txBody>
      </p:sp>
    </p:spTree>
    <p:extLst>
      <p:ext uri="{BB962C8B-B14F-4D97-AF65-F5344CB8AC3E}">
        <p14:creationId xmlns:p14="http://schemas.microsoft.com/office/powerpoint/2010/main" val="33847934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5" name="object 4"/>
          <p:cNvSpPr txBox="1"/>
          <p:nvPr/>
        </p:nvSpPr>
        <p:spPr>
          <a:xfrm>
            <a:off x="7248382" y="1341201"/>
            <a:ext cx="4741454" cy="4847901"/>
          </a:xfrm>
          <a:prstGeom prst="rect">
            <a:avLst/>
          </a:prstGeom>
        </p:spPr>
        <p:txBody>
          <a:bodyPr vert="horz" wrap="square" lIns="0" tIns="0" rIns="0" bIns="0" rtlCol="0">
            <a:noAutofit/>
          </a:bodyPr>
          <a:lstStyle>
            <a:defPPr>
              <a:defRPr lang="es-ES"/>
            </a:defPPr>
            <a:lvl1pPr marL="0" algn="l" defTabSz="829818" rtl="0" eaLnBrk="1" latinLnBrk="0" hangingPunct="1">
              <a:defRPr sz="1634" kern="1200">
                <a:solidFill>
                  <a:schemeClr val="tx1"/>
                </a:solidFill>
                <a:latin typeface="+mn-lt"/>
                <a:ea typeface="+mn-ea"/>
                <a:cs typeface="+mn-cs"/>
              </a:defRPr>
            </a:lvl1pPr>
            <a:lvl2pPr marL="414909" algn="l" defTabSz="829818" rtl="0" eaLnBrk="1" latinLnBrk="0" hangingPunct="1">
              <a:defRPr sz="1634" kern="1200">
                <a:solidFill>
                  <a:schemeClr val="tx1"/>
                </a:solidFill>
                <a:latin typeface="+mn-lt"/>
                <a:ea typeface="+mn-ea"/>
                <a:cs typeface="+mn-cs"/>
              </a:defRPr>
            </a:lvl2pPr>
            <a:lvl3pPr marL="829818" algn="l" defTabSz="829818" rtl="0" eaLnBrk="1" latinLnBrk="0" hangingPunct="1">
              <a:defRPr sz="1634" kern="1200">
                <a:solidFill>
                  <a:schemeClr val="tx1"/>
                </a:solidFill>
                <a:latin typeface="+mn-lt"/>
                <a:ea typeface="+mn-ea"/>
                <a:cs typeface="+mn-cs"/>
              </a:defRPr>
            </a:lvl3pPr>
            <a:lvl4pPr marL="1244727" algn="l" defTabSz="829818" rtl="0" eaLnBrk="1" latinLnBrk="0" hangingPunct="1">
              <a:defRPr sz="1634" kern="1200">
                <a:solidFill>
                  <a:schemeClr val="tx1"/>
                </a:solidFill>
                <a:latin typeface="+mn-lt"/>
                <a:ea typeface="+mn-ea"/>
                <a:cs typeface="+mn-cs"/>
              </a:defRPr>
            </a:lvl4pPr>
            <a:lvl5pPr marL="1659636" algn="l" defTabSz="829818" rtl="0" eaLnBrk="1" latinLnBrk="0" hangingPunct="1">
              <a:defRPr sz="1634" kern="1200">
                <a:solidFill>
                  <a:schemeClr val="tx1"/>
                </a:solidFill>
                <a:latin typeface="+mn-lt"/>
                <a:ea typeface="+mn-ea"/>
                <a:cs typeface="+mn-cs"/>
              </a:defRPr>
            </a:lvl5pPr>
            <a:lvl6pPr marL="2074545" algn="l" defTabSz="829818" rtl="0" eaLnBrk="1" latinLnBrk="0" hangingPunct="1">
              <a:defRPr sz="1634" kern="1200">
                <a:solidFill>
                  <a:schemeClr val="tx1"/>
                </a:solidFill>
                <a:latin typeface="+mn-lt"/>
                <a:ea typeface="+mn-ea"/>
                <a:cs typeface="+mn-cs"/>
              </a:defRPr>
            </a:lvl6pPr>
            <a:lvl7pPr marL="2489454" algn="l" defTabSz="829818" rtl="0" eaLnBrk="1" latinLnBrk="0" hangingPunct="1">
              <a:defRPr sz="1634" kern="1200">
                <a:solidFill>
                  <a:schemeClr val="tx1"/>
                </a:solidFill>
                <a:latin typeface="+mn-lt"/>
                <a:ea typeface="+mn-ea"/>
                <a:cs typeface="+mn-cs"/>
              </a:defRPr>
            </a:lvl7pPr>
            <a:lvl8pPr marL="2904363" algn="l" defTabSz="829818" rtl="0" eaLnBrk="1" latinLnBrk="0" hangingPunct="1">
              <a:defRPr sz="1634" kern="1200">
                <a:solidFill>
                  <a:schemeClr val="tx1"/>
                </a:solidFill>
                <a:latin typeface="+mn-lt"/>
                <a:ea typeface="+mn-ea"/>
                <a:cs typeface="+mn-cs"/>
              </a:defRPr>
            </a:lvl8pPr>
            <a:lvl9pPr marL="3319272" algn="l" defTabSz="829818" rtl="0" eaLnBrk="1" latinLnBrk="0" hangingPunct="1">
              <a:defRPr sz="1634" kern="1200">
                <a:solidFill>
                  <a:schemeClr val="tx1"/>
                </a:solidFill>
                <a:latin typeface="+mn-lt"/>
                <a:ea typeface="+mn-ea"/>
                <a:cs typeface="+mn-cs"/>
              </a:defRPr>
            </a:lvl9pPr>
          </a:lstStyle>
          <a:p>
            <a:pPr marL="10950">
              <a:buClr>
                <a:srgbClr val="17375E"/>
              </a:buClr>
              <a:buSzPct val="121739"/>
              <a:tabLst>
                <a:tab pos="440906" algn="l"/>
              </a:tabLst>
            </a:pPr>
            <a:r>
              <a:rPr lang="es-ES" sz="4500">
                <a:latin typeface="ABC Monument Grotesk" panose="020B0504040202060203" pitchFamily="34" charset="0"/>
                <a:cs typeface="Times New Roman"/>
              </a:rPr>
              <a:t>Introducción</a:t>
            </a:r>
          </a:p>
          <a:p>
            <a:pPr marL="10950">
              <a:buClr>
                <a:srgbClr val="17375E"/>
              </a:buClr>
              <a:buSzPct val="121739"/>
              <a:tabLst>
                <a:tab pos="440906" algn="l"/>
              </a:tabLst>
            </a:pPr>
            <a:endParaRPr lang="es-ES" sz="2000">
              <a:latin typeface="ABC Monument Grotesk Thin" panose="020B0204040202060203" pitchFamily="34" charset="0"/>
              <a:cs typeface="Times New Roman"/>
            </a:endParaRPr>
          </a:p>
          <a:p>
            <a:pPr marL="10950">
              <a:buClr>
                <a:srgbClr val="17375E"/>
              </a:buClr>
              <a:buSzPct val="121739"/>
              <a:tabLst>
                <a:tab pos="440906" algn="l"/>
              </a:tabLst>
            </a:pPr>
            <a:endParaRPr lang="es-ES" sz="900">
              <a:latin typeface="ABC Monument Grotesk Thin" panose="020B0204040202060203" pitchFamily="34" charset="0"/>
              <a:cs typeface="Times New Roman"/>
            </a:endParaRPr>
          </a:p>
          <a:p>
            <a:pPr marL="10950">
              <a:buClr>
                <a:srgbClr val="17375E"/>
              </a:buClr>
              <a:buSzPct val="121739"/>
              <a:tabLst>
                <a:tab pos="440906" algn="l"/>
              </a:tabLst>
            </a:pPr>
            <a:r>
              <a:rPr lang="es-ES" sz="2200">
                <a:latin typeface="ABC Monument Grotesk Thin" panose="020B0204040202060203" pitchFamily="34" charset="0"/>
                <a:cs typeface="Times New Roman"/>
              </a:rPr>
              <a:t>Resumen ejecutivo</a:t>
            </a:r>
          </a:p>
          <a:p>
            <a:pPr marL="10950">
              <a:buClr>
                <a:srgbClr val="17375E"/>
              </a:buClr>
              <a:buSzPct val="121739"/>
              <a:tabLst>
                <a:tab pos="440906" algn="l"/>
              </a:tabLst>
            </a:pPr>
            <a:endParaRPr lang="es-ES" sz="2000">
              <a:latin typeface="ABC Monument Grotesk Thin" panose="020B0204040202060203" pitchFamily="34" charset="0"/>
              <a:cs typeface="Times New Roman"/>
            </a:endParaRPr>
          </a:p>
          <a:p>
            <a:pPr marL="10950">
              <a:buClr>
                <a:srgbClr val="17375E"/>
              </a:buClr>
              <a:buSzPct val="121739"/>
              <a:tabLst>
                <a:tab pos="440906" algn="l"/>
              </a:tabLst>
            </a:pPr>
            <a:endParaRPr lang="es-ES" sz="2000">
              <a:latin typeface="ABC Monument Grotesk Thin" panose="020B0204040202060203" pitchFamily="34" charset="0"/>
              <a:cs typeface="Times New Roman"/>
            </a:endParaRPr>
          </a:p>
          <a:p>
            <a:pPr marL="10950">
              <a:buClr>
                <a:srgbClr val="17375E"/>
              </a:buClr>
              <a:buSzPct val="121739"/>
              <a:tabLst>
                <a:tab pos="440906" algn="l"/>
              </a:tabLst>
            </a:pPr>
            <a:r>
              <a:rPr lang="es-ES" sz="2200">
                <a:latin typeface="ABC Monument Grotesk Thin" panose="020B0204040202060203" pitchFamily="34" charset="0"/>
                <a:cs typeface="Times New Roman"/>
              </a:rPr>
              <a:t>Detalle de conclusiones</a:t>
            </a:r>
          </a:p>
          <a:p>
            <a:pPr marL="10950">
              <a:buClr>
                <a:srgbClr val="17375E"/>
              </a:buClr>
              <a:buSzPct val="121739"/>
              <a:tabLst>
                <a:tab pos="440906" algn="l"/>
              </a:tabLst>
            </a:pPr>
            <a:endParaRPr lang="es-ES" sz="2000">
              <a:latin typeface="ABC Monument Grotesk Thin" panose="020B0204040202060203" pitchFamily="34" charset="0"/>
              <a:cs typeface="Times New Roman"/>
            </a:endParaRPr>
          </a:p>
          <a:p>
            <a:pPr marL="10950">
              <a:buClr>
                <a:srgbClr val="17375E"/>
              </a:buClr>
              <a:buSzPct val="121739"/>
              <a:tabLst>
                <a:tab pos="440906" algn="l"/>
              </a:tabLst>
            </a:pPr>
            <a:endParaRPr lang="es-ES" sz="2000">
              <a:latin typeface="ABC Monument Grotesk Thin" panose="020B0204040202060203" pitchFamily="34" charset="0"/>
              <a:cs typeface="Times New Roman"/>
            </a:endParaRPr>
          </a:p>
          <a:p>
            <a:pPr marL="10950">
              <a:buClr>
                <a:srgbClr val="17375E"/>
              </a:buClr>
              <a:buSzPct val="121739"/>
              <a:tabLst>
                <a:tab pos="440906" algn="l"/>
              </a:tabLst>
            </a:pPr>
            <a:r>
              <a:rPr lang="es-ES" sz="2200">
                <a:latin typeface="ABC Monument Grotesk Thin" panose="020B0204040202060203" pitchFamily="34" charset="0"/>
                <a:cs typeface="Times New Roman"/>
              </a:rPr>
              <a:t>Sugerencias de mejora</a:t>
            </a:r>
          </a:p>
          <a:p>
            <a:pPr marL="10950">
              <a:buClr>
                <a:srgbClr val="17375E"/>
              </a:buClr>
              <a:buSzPct val="121739"/>
              <a:tabLst>
                <a:tab pos="440906" algn="l"/>
              </a:tabLst>
            </a:pPr>
            <a:endParaRPr lang="es-ES" sz="2200">
              <a:latin typeface="ABC Monument Grotesk Thin" panose="020B0204040202060203" pitchFamily="34" charset="0"/>
              <a:cs typeface="Times New Roman"/>
            </a:endParaRPr>
          </a:p>
          <a:p>
            <a:pPr marL="10950">
              <a:buClr>
                <a:srgbClr val="17375E"/>
              </a:buClr>
              <a:buSzPct val="121739"/>
              <a:tabLst>
                <a:tab pos="440906" algn="l"/>
              </a:tabLst>
            </a:pPr>
            <a:endParaRPr lang="es-ES" sz="2200">
              <a:latin typeface="ABC Monument Grotesk Thin" panose="020B0204040202060203" pitchFamily="34" charset="0"/>
              <a:cs typeface="Times New Roman"/>
            </a:endParaRPr>
          </a:p>
          <a:p>
            <a:pPr marL="10950">
              <a:buClr>
                <a:srgbClr val="17375E"/>
              </a:buClr>
              <a:buSzPct val="121739"/>
              <a:tabLst>
                <a:tab pos="440906" algn="l"/>
              </a:tabLst>
            </a:pPr>
            <a:r>
              <a:rPr lang="es-ES" sz="2200">
                <a:latin typeface="ABC Monument Grotesk Thin" panose="020B0204040202060203" pitchFamily="34" charset="0"/>
                <a:cs typeface="Times New Roman"/>
              </a:rPr>
              <a:t>Anexo</a:t>
            </a:r>
            <a:endParaRPr sz="2200">
              <a:latin typeface="ABC Monument Grotesk Thin" panose="020B0204040202060203" pitchFamily="34" charset="0"/>
              <a:cs typeface="Times New Roman"/>
            </a:endParaRPr>
          </a:p>
        </p:txBody>
      </p:sp>
      <p:cxnSp>
        <p:nvCxnSpPr>
          <p:cNvPr id="3" name="Conector recto 2">
            <a:extLst>
              <a:ext uri="{FF2B5EF4-FFF2-40B4-BE49-F238E27FC236}">
                <a16:creationId xmlns:a16="http://schemas.microsoft.com/office/drawing/2014/main" id="{BFB74B3D-29B7-4936-BF8A-B1787F1385AE}"/>
              </a:ext>
            </a:extLst>
          </p:cNvPr>
          <p:cNvCxnSpPr>
            <a:cxnSpLocks/>
          </p:cNvCxnSpPr>
          <p:nvPr/>
        </p:nvCxnSpPr>
        <p:spPr>
          <a:xfrm>
            <a:off x="6667500" y="1304751"/>
            <a:ext cx="0" cy="457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Elipse 3">
            <a:extLst>
              <a:ext uri="{FF2B5EF4-FFF2-40B4-BE49-F238E27FC236}">
                <a16:creationId xmlns:a16="http://schemas.microsoft.com/office/drawing/2014/main" id="{67CCA4FE-43CB-4F3E-A94B-9795695791DE}"/>
              </a:ext>
            </a:extLst>
          </p:cNvPr>
          <p:cNvSpPr/>
          <p:nvPr/>
        </p:nvSpPr>
        <p:spPr>
          <a:xfrm>
            <a:off x="6577500" y="1542599"/>
            <a:ext cx="180000" cy="180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Elipse 10">
            <a:extLst>
              <a:ext uri="{FF2B5EF4-FFF2-40B4-BE49-F238E27FC236}">
                <a16:creationId xmlns:a16="http://schemas.microsoft.com/office/drawing/2014/main" id="{2092601F-DE21-416D-B715-BBE280D13DF4}"/>
              </a:ext>
            </a:extLst>
          </p:cNvPr>
          <p:cNvSpPr/>
          <p:nvPr/>
        </p:nvSpPr>
        <p:spPr>
          <a:xfrm>
            <a:off x="6577500" y="2522274"/>
            <a:ext cx="180000" cy="180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Elipse 12">
            <a:extLst>
              <a:ext uri="{FF2B5EF4-FFF2-40B4-BE49-F238E27FC236}">
                <a16:creationId xmlns:a16="http://schemas.microsoft.com/office/drawing/2014/main" id="{1BF4C0F1-BC5E-4103-AEF4-15973FC9283F}"/>
              </a:ext>
            </a:extLst>
          </p:cNvPr>
          <p:cNvSpPr/>
          <p:nvPr/>
        </p:nvSpPr>
        <p:spPr>
          <a:xfrm>
            <a:off x="6577500" y="3475583"/>
            <a:ext cx="180000" cy="180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Elipse 13">
            <a:extLst>
              <a:ext uri="{FF2B5EF4-FFF2-40B4-BE49-F238E27FC236}">
                <a16:creationId xmlns:a16="http://schemas.microsoft.com/office/drawing/2014/main" id="{D95A4522-E151-4BA1-A2AC-DD88EB3E0EEF}"/>
              </a:ext>
            </a:extLst>
          </p:cNvPr>
          <p:cNvSpPr/>
          <p:nvPr/>
        </p:nvSpPr>
        <p:spPr>
          <a:xfrm>
            <a:off x="6577500" y="4420425"/>
            <a:ext cx="180000" cy="180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Elipse 14">
            <a:extLst>
              <a:ext uri="{FF2B5EF4-FFF2-40B4-BE49-F238E27FC236}">
                <a16:creationId xmlns:a16="http://schemas.microsoft.com/office/drawing/2014/main" id="{E8719053-2616-492B-A3C3-DB6DF5D29B59}"/>
              </a:ext>
            </a:extLst>
          </p:cNvPr>
          <p:cNvSpPr/>
          <p:nvPr/>
        </p:nvSpPr>
        <p:spPr>
          <a:xfrm>
            <a:off x="6577500" y="5421549"/>
            <a:ext cx="180000" cy="180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 name="Imagen 9">
            <a:extLst>
              <a:ext uri="{FF2B5EF4-FFF2-40B4-BE49-F238E27FC236}">
                <a16:creationId xmlns:a16="http://schemas.microsoft.com/office/drawing/2014/main" id="{A8DAA70D-7B04-875B-B096-14C33BD30094}"/>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11036174" y="6361995"/>
            <a:ext cx="764324" cy="213122"/>
          </a:xfrm>
          <a:prstGeom prst="rect">
            <a:avLst/>
          </a:prstGeom>
        </p:spPr>
      </p:pic>
    </p:spTree>
    <p:extLst>
      <p:ext uri="{BB962C8B-B14F-4D97-AF65-F5344CB8AC3E}">
        <p14:creationId xmlns:p14="http://schemas.microsoft.com/office/powerpoint/2010/main" val="35326704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90AC98-DA94-B3BE-4681-27484980DBA9}"/>
            </a:ext>
          </a:extLst>
        </p:cNvPr>
        <p:cNvGrpSpPr/>
        <p:nvPr/>
      </p:nvGrpSpPr>
      <p:grpSpPr>
        <a:xfrm>
          <a:off x="0" y="0"/>
          <a:ext cx="0" cy="0"/>
          <a:chOff x="0" y="0"/>
          <a:chExt cx="0" cy="0"/>
        </a:xfrm>
      </p:grpSpPr>
      <p:sp>
        <p:nvSpPr>
          <p:cNvPr id="3" name="Marcador de número de diapositiva 1">
            <a:extLst>
              <a:ext uri="{FF2B5EF4-FFF2-40B4-BE49-F238E27FC236}">
                <a16:creationId xmlns:a16="http://schemas.microsoft.com/office/drawing/2014/main" id="{2E633ECA-B751-2D3D-FF7B-E9A0137B2346}"/>
              </a:ext>
            </a:extLst>
          </p:cNvPr>
          <p:cNvSpPr txBox="1">
            <a:spLocks/>
          </p:cNvSpPr>
          <p:nvPr/>
        </p:nvSpPr>
        <p:spPr>
          <a:xfrm>
            <a:off x="11684725" y="6623540"/>
            <a:ext cx="512665" cy="232052"/>
          </a:xfrm>
          <a:prstGeom prst="rect">
            <a:avLst/>
          </a:prstGeom>
        </p:spPr>
        <p:txBody>
          <a:bodyPr/>
          <a:lstStyle>
            <a:defPPr>
              <a:defRPr lang="es-ES"/>
            </a:defPPr>
            <a:lvl1pPr marL="0" algn="l" defTabSz="829818" rtl="0" eaLnBrk="1" latinLnBrk="0" hangingPunct="1">
              <a:defRPr sz="1634" kern="1200">
                <a:solidFill>
                  <a:schemeClr val="tx1"/>
                </a:solidFill>
                <a:latin typeface="+mn-lt"/>
                <a:ea typeface="+mn-ea"/>
                <a:cs typeface="+mn-cs"/>
              </a:defRPr>
            </a:lvl1pPr>
            <a:lvl2pPr marL="414909" algn="l" defTabSz="829818" rtl="0" eaLnBrk="1" latinLnBrk="0" hangingPunct="1">
              <a:defRPr sz="1634" kern="1200">
                <a:solidFill>
                  <a:schemeClr val="tx1"/>
                </a:solidFill>
                <a:latin typeface="+mn-lt"/>
                <a:ea typeface="+mn-ea"/>
                <a:cs typeface="+mn-cs"/>
              </a:defRPr>
            </a:lvl2pPr>
            <a:lvl3pPr marL="829818" algn="l" defTabSz="829818" rtl="0" eaLnBrk="1" latinLnBrk="0" hangingPunct="1">
              <a:defRPr sz="1634" kern="1200">
                <a:solidFill>
                  <a:schemeClr val="tx1"/>
                </a:solidFill>
                <a:latin typeface="+mn-lt"/>
                <a:ea typeface="+mn-ea"/>
                <a:cs typeface="+mn-cs"/>
              </a:defRPr>
            </a:lvl3pPr>
            <a:lvl4pPr marL="1244727" algn="l" defTabSz="829818" rtl="0" eaLnBrk="1" latinLnBrk="0" hangingPunct="1">
              <a:defRPr sz="1634" kern="1200">
                <a:solidFill>
                  <a:schemeClr val="tx1"/>
                </a:solidFill>
                <a:latin typeface="+mn-lt"/>
                <a:ea typeface="+mn-ea"/>
                <a:cs typeface="+mn-cs"/>
              </a:defRPr>
            </a:lvl4pPr>
            <a:lvl5pPr marL="1659636" algn="l" defTabSz="829818" rtl="0" eaLnBrk="1" latinLnBrk="0" hangingPunct="1">
              <a:defRPr sz="1634" kern="1200">
                <a:solidFill>
                  <a:schemeClr val="tx1"/>
                </a:solidFill>
                <a:latin typeface="+mn-lt"/>
                <a:ea typeface="+mn-ea"/>
                <a:cs typeface="+mn-cs"/>
              </a:defRPr>
            </a:lvl5pPr>
            <a:lvl6pPr marL="2074545" algn="l" defTabSz="829818" rtl="0" eaLnBrk="1" latinLnBrk="0" hangingPunct="1">
              <a:defRPr sz="1634" kern="1200">
                <a:solidFill>
                  <a:schemeClr val="tx1"/>
                </a:solidFill>
                <a:latin typeface="+mn-lt"/>
                <a:ea typeface="+mn-ea"/>
                <a:cs typeface="+mn-cs"/>
              </a:defRPr>
            </a:lvl6pPr>
            <a:lvl7pPr marL="2489454" algn="l" defTabSz="829818" rtl="0" eaLnBrk="1" latinLnBrk="0" hangingPunct="1">
              <a:defRPr sz="1634" kern="1200">
                <a:solidFill>
                  <a:schemeClr val="tx1"/>
                </a:solidFill>
                <a:latin typeface="+mn-lt"/>
                <a:ea typeface="+mn-ea"/>
                <a:cs typeface="+mn-cs"/>
              </a:defRPr>
            </a:lvl7pPr>
            <a:lvl8pPr marL="2904363" algn="l" defTabSz="829818" rtl="0" eaLnBrk="1" latinLnBrk="0" hangingPunct="1">
              <a:defRPr sz="1634" kern="1200">
                <a:solidFill>
                  <a:schemeClr val="tx1"/>
                </a:solidFill>
                <a:latin typeface="+mn-lt"/>
                <a:ea typeface="+mn-ea"/>
                <a:cs typeface="+mn-cs"/>
              </a:defRPr>
            </a:lvl8pPr>
            <a:lvl9pPr marL="3319272" algn="l" defTabSz="829818" rtl="0" eaLnBrk="1" latinLnBrk="0" hangingPunct="1">
              <a:defRPr sz="1634" kern="1200">
                <a:solidFill>
                  <a:schemeClr val="tx1"/>
                </a:solidFill>
                <a:latin typeface="+mn-lt"/>
                <a:ea typeface="+mn-ea"/>
                <a:cs typeface="+mn-cs"/>
              </a:defRPr>
            </a:lvl9pPr>
          </a:lstStyle>
          <a:p>
            <a:pPr marL="70891" algn="r"/>
            <a:fld id="{81D60167-4931-47E6-BA6A-407CBD079E47}" type="slidenum">
              <a:rPr lang="es-ES" sz="771" spc="32" smtClean="0">
                <a:solidFill>
                  <a:srgbClr val="898989"/>
                </a:solidFill>
                <a:latin typeface="ABC Monument Grotesk Thin" panose="020B0204040202060203" pitchFamily="34" charset="0"/>
                <a:cs typeface="Arial"/>
              </a:rPr>
              <a:pPr marL="70891" algn="r"/>
              <a:t>3</a:t>
            </a:fld>
            <a:endParaRPr lang="es-ES" sz="771">
              <a:latin typeface="ABC Monument Grotesk Thin" panose="020B0204040202060203" pitchFamily="34" charset="0"/>
              <a:cs typeface="Arial"/>
            </a:endParaRPr>
          </a:p>
        </p:txBody>
      </p:sp>
      <p:sp>
        <p:nvSpPr>
          <p:cNvPr id="7" name="object 3">
            <a:extLst>
              <a:ext uri="{FF2B5EF4-FFF2-40B4-BE49-F238E27FC236}">
                <a16:creationId xmlns:a16="http://schemas.microsoft.com/office/drawing/2014/main" id="{64A2C733-6E0B-28E7-89D6-FA383A330BFA}"/>
              </a:ext>
            </a:extLst>
          </p:cNvPr>
          <p:cNvSpPr txBox="1">
            <a:spLocks/>
          </p:cNvSpPr>
          <p:nvPr/>
        </p:nvSpPr>
        <p:spPr>
          <a:xfrm>
            <a:off x="356027" y="370542"/>
            <a:ext cx="6033495" cy="344804"/>
          </a:xfrm>
          <a:prstGeom prst="rect">
            <a:avLst/>
          </a:prstGeom>
        </p:spPr>
        <p:txBody>
          <a:bodyPr vert="horz" wrap="square" lIns="0" tIns="0" rIns="0" bIns="0" rtlCol="0">
            <a:noAutofit/>
          </a:bodyPr>
          <a:lstStyle>
            <a:defPPr>
              <a:defRPr lang="es-ES"/>
            </a:defPPr>
            <a:lvl1pPr marL="0" algn="l" defTabSz="829818" rtl="0" eaLnBrk="1" latinLnBrk="0" hangingPunct="1">
              <a:defRPr sz="1634" kern="1200">
                <a:solidFill>
                  <a:schemeClr val="tx1"/>
                </a:solidFill>
                <a:latin typeface="+mn-lt"/>
                <a:ea typeface="+mn-ea"/>
                <a:cs typeface="+mn-cs"/>
              </a:defRPr>
            </a:lvl1pPr>
            <a:lvl2pPr marL="414909" algn="l" defTabSz="829818" rtl="0" eaLnBrk="1" latinLnBrk="0" hangingPunct="1">
              <a:defRPr sz="1634" kern="1200">
                <a:solidFill>
                  <a:schemeClr val="tx1"/>
                </a:solidFill>
                <a:latin typeface="+mn-lt"/>
                <a:ea typeface="+mn-ea"/>
                <a:cs typeface="+mn-cs"/>
              </a:defRPr>
            </a:lvl2pPr>
            <a:lvl3pPr marL="829818" algn="l" defTabSz="829818" rtl="0" eaLnBrk="1" latinLnBrk="0" hangingPunct="1">
              <a:defRPr sz="1634" kern="1200">
                <a:solidFill>
                  <a:schemeClr val="tx1"/>
                </a:solidFill>
                <a:latin typeface="+mn-lt"/>
                <a:ea typeface="+mn-ea"/>
                <a:cs typeface="+mn-cs"/>
              </a:defRPr>
            </a:lvl3pPr>
            <a:lvl4pPr marL="1244727" algn="l" defTabSz="829818" rtl="0" eaLnBrk="1" latinLnBrk="0" hangingPunct="1">
              <a:defRPr sz="1634" kern="1200">
                <a:solidFill>
                  <a:schemeClr val="tx1"/>
                </a:solidFill>
                <a:latin typeface="+mn-lt"/>
                <a:ea typeface="+mn-ea"/>
                <a:cs typeface="+mn-cs"/>
              </a:defRPr>
            </a:lvl4pPr>
            <a:lvl5pPr marL="1659636" algn="l" defTabSz="829818" rtl="0" eaLnBrk="1" latinLnBrk="0" hangingPunct="1">
              <a:defRPr sz="1634" kern="1200">
                <a:solidFill>
                  <a:schemeClr val="tx1"/>
                </a:solidFill>
                <a:latin typeface="+mn-lt"/>
                <a:ea typeface="+mn-ea"/>
                <a:cs typeface="+mn-cs"/>
              </a:defRPr>
            </a:lvl5pPr>
            <a:lvl6pPr marL="2074545" algn="l" defTabSz="829818" rtl="0" eaLnBrk="1" latinLnBrk="0" hangingPunct="1">
              <a:defRPr sz="1634" kern="1200">
                <a:solidFill>
                  <a:schemeClr val="tx1"/>
                </a:solidFill>
                <a:latin typeface="+mn-lt"/>
                <a:ea typeface="+mn-ea"/>
                <a:cs typeface="+mn-cs"/>
              </a:defRPr>
            </a:lvl6pPr>
            <a:lvl7pPr marL="2489454" algn="l" defTabSz="829818" rtl="0" eaLnBrk="1" latinLnBrk="0" hangingPunct="1">
              <a:defRPr sz="1634" kern="1200">
                <a:solidFill>
                  <a:schemeClr val="tx1"/>
                </a:solidFill>
                <a:latin typeface="+mn-lt"/>
                <a:ea typeface="+mn-ea"/>
                <a:cs typeface="+mn-cs"/>
              </a:defRPr>
            </a:lvl7pPr>
            <a:lvl8pPr marL="2904363" algn="l" defTabSz="829818" rtl="0" eaLnBrk="1" latinLnBrk="0" hangingPunct="1">
              <a:defRPr sz="1634" kern="1200">
                <a:solidFill>
                  <a:schemeClr val="tx1"/>
                </a:solidFill>
                <a:latin typeface="+mn-lt"/>
                <a:ea typeface="+mn-ea"/>
                <a:cs typeface="+mn-cs"/>
              </a:defRPr>
            </a:lvl8pPr>
            <a:lvl9pPr marL="3319272" algn="l" defTabSz="829818" rtl="0" eaLnBrk="1" latinLnBrk="0" hangingPunct="1">
              <a:defRPr sz="1634" kern="1200">
                <a:solidFill>
                  <a:schemeClr val="tx1"/>
                </a:solidFill>
                <a:latin typeface="+mn-lt"/>
                <a:ea typeface="+mn-ea"/>
                <a:cs typeface="+mn-cs"/>
              </a:defRPr>
            </a:lvl9pPr>
          </a:lstStyle>
          <a:p>
            <a:pPr marL="37177">
              <a:lnSpc>
                <a:spcPts val="2938"/>
              </a:lnSpc>
              <a:tabLst>
                <a:tab pos="6025005" algn="l"/>
              </a:tabLst>
            </a:pPr>
            <a:r>
              <a:rPr lang="es-ES" sz="3600" spc="163">
                <a:solidFill>
                  <a:srgbClr val="231F20"/>
                </a:solidFill>
                <a:latin typeface="ABC Monument Grotesk" panose="020B0504040202060203" pitchFamily="34" charset="0"/>
                <a:cs typeface="Times New Roman"/>
              </a:rPr>
              <a:t>Introducción</a:t>
            </a:r>
            <a:endParaRPr lang="es-ES" sz="4000">
              <a:latin typeface="ABC Monument Grotesk" panose="020B0504040202060203" pitchFamily="34" charset="0"/>
              <a:cs typeface="Arial"/>
            </a:endParaRPr>
          </a:p>
        </p:txBody>
      </p:sp>
      <p:sp>
        <p:nvSpPr>
          <p:cNvPr id="32" name="Rectángulo 31">
            <a:extLst>
              <a:ext uri="{FF2B5EF4-FFF2-40B4-BE49-F238E27FC236}">
                <a16:creationId xmlns:a16="http://schemas.microsoft.com/office/drawing/2014/main" id="{419B2371-DAF1-8EF6-BC50-1A040EC9A792}"/>
              </a:ext>
            </a:extLst>
          </p:cNvPr>
          <p:cNvSpPr/>
          <p:nvPr/>
        </p:nvSpPr>
        <p:spPr>
          <a:xfrm>
            <a:off x="331322" y="806504"/>
            <a:ext cx="11499325" cy="276999"/>
          </a:xfrm>
          <a:prstGeom prst="rect">
            <a:avLst/>
          </a:prstGeom>
        </p:spPr>
        <p:txBody>
          <a:bodyPr wrap="square">
            <a:spAutoFit/>
          </a:bodyPr>
          <a:lstStyle>
            <a:defPPr>
              <a:defRPr lang="es-ES"/>
            </a:defPPr>
            <a:lvl1pPr marL="0" algn="l" defTabSz="829818" rtl="0" eaLnBrk="1" latinLnBrk="0" hangingPunct="1">
              <a:defRPr sz="1634" kern="1200">
                <a:solidFill>
                  <a:schemeClr val="tx1"/>
                </a:solidFill>
                <a:latin typeface="+mn-lt"/>
                <a:ea typeface="+mn-ea"/>
                <a:cs typeface="+mn-cs"/>
              </a:defRPr>
            </a:lvl1pPr>
            <a:lvl2pPr marL="414909" algn="l" defTabSz="829818" rtl="0" eaLnBrk="1" latinLnBrk="0" hangingPunct="1">
              <a:defRPr sz="1634" kern="1200">
                <a:solidFill>
                  <a:schemeClr val="tx1"/>
                </a:solidFill>
                <a:latin typeface="+mn-lt"/>
                <a:ea typeface="+mn-ea"/>
                <a:cs typeface="+mn-cs"/>
              </a:defRPr>
            </a:lvl2pPr>
            <a:lvl3pPr marL="829818" algn="l" defTabSz="829818" rtl="0" eaLnBrk="1" latinLnBrk="0" hangingPunct="1">
              <a:defRPr sz="1634" kern="1200">
                <a:solidFill>
                  <a:schemeClr val="tx1"/>
                </a:solidFill>
                <a:latin typeface="+mn-lt"/>
                <a:ea typeface="+mn-ea"/>
                <a:cs typeface="+mn-cs"/>
              </a:defRPr>
            </a:lvl3pPr>
            <a:lvl4pPr marL="1244727" algn="l" defTabSz="829818" rtl="0" eaLnBrk="1" latinLnBrk="0" hangingPunct="1">
              <a:defRPr sz="1634" kern="1200">
                <a:solidFill>
                  <a:schemeClr val="tx1"/>
                </a:solidFill>
                <a:latin typeface="+mn-lt"/>
                <a:ea typeface="+mn-ea"/>
                <a:cs typeface="+mn-cs"/>
              </a:defRPr>
            </a:lvl4pPr>
            <a:lvl5pPr marL="1659636" algn="l" defTabSz="829818" rtl="0" eaLnBrk="1" latinLnBrk="0" hangingPunct="1">
              <a:defRPr sz="1634" kern="1200">
                <a:solidFill>
                  <a:schemeClr val="tx1"/>
                </a:solidFill>
                <a:latin typeface="+mn-lt"/>
                <a:ea typeface="+mn-ea"/>
                <a:cs typeface="+mn-cs"/>
              </a:defRPr>
            </a:lvl5pPr>
            <a:lvl6pPr marL="2074545" algn="l" defTabSz="829818" rtl="0" eaLnBrk="1" latinLnBrk="0" hangingPunct="1">
              <a:defRPr sz="1634" kern="1200">
                <a:solidFill>
                  <a:schemeClr val="tx1"/>
                </a:solidFill>
                <a:latin typeface="+mn-lt"/>
                <a:ea typeface="+mn-ea"/>
                <a:cs typeface="+mn-cs"/>
              </a:defRPr>
            </a:lvl6pPr>
            <a:lvl7pPr marL="2489454" algn="l" defTabSz="829818" rtl="0" eaLnBrk="1" latinLnBrk="0" hangingPunct="1">
              <a:defRPr sz="1634" kern="1200">
                <a:solidFill>
                  <a:schemeClr val="tx1"/>
                </a:solidFill>
                <a:latin typeface="+mn-lt"/>
                <a:ea typeface="+mn-ea"/>
                <a:cs typeface="+mn-cs"/>
              </a:defRPr>
            </a:lvl7pPr>
            <a:lvl8pPr marL="2904363" algn="l" defTabSz="829818" rtl="0" eaLnBrk="1" latinLnBrk="0" hangingPunct="1">
              <a:defRPr sz="1634" kern="1200">
                <a:solidFill>
                  <a:schemeClr val="tx1"/>
                </a:solidFill>
                <a:latin typeface="+mn-lt"/>
                <a:ea typeface="+mn-ea"/>
                <a:cs typeface="+mn-cs"/>
              </a:defRPr>
            </a:lvl8pPr>
            <a:lvl9pPr marL="3319272" algn="l" defTabSz="829818" rtl="0" eaLnBrk="1" latinLnBrk="0" hangingPunct="1">
              <a:defRPr sz="1634" kern="1200">
                <a:solidFill>
                  <a:schemeClr val="tx1"/>
                </a:solidFill>
                <a:latin typeface="+mn-lt"/>
                <a:ea typeface="+mn-ea"/>
                <a:cs typeface="+mn-cs"/>
              </a:defRPr>
            </a:lvl9pPr>
          </a:lstStyle>
          <a:p>
            <a:r>
              <a:rPr lang="es-ES" sz="1200" dirty="0">
                <a:latin typeface="ABC Monument Grotesk Thin" panose="020B0204040202060203" pitchFamily="34" charset="0"/>
              </a:rPr>
              <a:t>La auditoría ha sido realizada en cumplimiento del Plan de Auditoría del año </a:t>
            </a:r>
            <a:r>
              <a:rPr lang="es-ES" sz="1200" dirty="0" err="1">
                <a:latin typeface="ABC Monument Grotesk Thin" panose="020B0204040202060203" pitchFamily="34" charset="0"/>
              </a:rPr>
              <a:t>xxxx</a:t>
            </a:r>
            <a:r>
              <a:rPr lang="es-ES" sz="1200" dirty="0">
                <a:latin typeface="ABC Monument Grotesk Thin" panose="020B0204040202060203" pitchFamily="34" charset="0"/>
              </a:rPr>
              <a:t>, aprobado por la Comisión de Auditoría y Cumplimiento.</a:t>
            </a:r>
            <a:endParaRPr lang="es-ES" sz="1200" dirty="0">
              <a:latin typeface="ABC Monument Grotesk Thin" panose="020B0204040202060203" pitchFamily="34" charset="0"/>
              <a:ea typeface="Arial Unicode MS" pitchFamily="34" charset="-128"/>
              <a:cs typeface="Arial" pitchFamily="34" charset="0"/>
            </a:endParaRPr>
          </a:p>
        </p:txBody>
      </p:sp>
      <p:sp>
        <p:nvSpPr>
          <p:cNvPr id="46" name="CuadroTexto 45">
            <a:extLst>
              <a:ext uri="{FF2B5EF4-FFF2-40B4-BE49-F238E27FC236}">
                <a16:creationId xmlns:a16="http://schemas.microsoft.com/office/drawing/2014/main" id="{F25E45FF-EDF8-E3B3-720B-23E56756CE5D}"/>
              </a:ext>
            </a:extLst>
          </p:cNvPr>
          <p:cNvSpPr txBox="1"/>
          <p:nvPr/>
        </p:nvSpPr>
        <p:spPr>
          <a:xfrm>
            <a:off x="344338" y="6366829"/>
            <a:ext cx="8732987" cy="371768"/>
          </a:xfrm>
          <a:prstGeom prst="rect">
            <a:avLst/>
          </a:prstGeom>
          <a:noFill/>
        </p:spPr>
        <p:txBody>
          <a:bodyPr wrap="square">
            <a:spAutoFit/>
          </a:bodyPr>
          <a:lstStyle>
            <a:defPPr>
              <a:defRPr lang="es-ES"/>
            </a:defPPr>
            <a:lvl1pPr marL="0" algn="l" defTabSz="829818" rtl="0" eaLnBrk="1" latinLnBrk="0" hangingPunct="1">
              <a:defRPr sz="1634" kern="1200">
                <a:solidFill>
                  <a:schemeClr val="tx1"/>
                </a:solidFill>
                <a:latin typeface="+mn-lt"/>
                <a:ea typeface="+mn-ea"/>
                <a:cs typeface="+mn-cs"/>
              </a:defRPr>
            </a:lvl1pPr>
            <a:lvl2pPr marL="414909" algn="l" defTabSz="829818" rtl="0" eaLnBrk="1" latinLnBrk="0" hangingPunct="1">
              <a:defRPr sz="1634" kern="1200">
                <a:solidFill>
                  <a:schemeClr val="tx1"/>
                </a:solidFill>
                <a:latin typeface="+mn-lt"/>
                <a:ea typeface="+mn-ea"/>
                <a:cs typeface="+mn-cs"/>
              </a:defRPr>
            </a:lvl2pPr>
            <a:lvl3pPr marL="829818" algn="l" defTabSz="829818" rtl="0" eaLnBrk="1" latinLnBrk="0" hangingPunct="1">
              <a:defRPr sz="1634" kern="1200">
                <a:solidFill>
                  <a:schemeClr val="tx1"/>
                </a:solidFill>
                <a:latin typeface="+mn-lt"/>
                <a:ea typeface="+mn-ea"/>
                <a:cs typeface="+mn-cs"/>
              </a:defRPr>
            </a:lvl3pPr>
            <a:lvl4pPr marL="1244727" algn="l" defTabSz="829818" rtl="0" eaLnBrk="1" latinLnBrk="0" hangingPunct="1">
              <a:defRPr sz="1634" kern="1200">
                <a:solidFill>
                  <a:schemeClr val="tx1"/>
                </a:solidFill>
                <a:latin typeface="+mn-lt"/>
                <a:ea typeface="+mn-ea"/>
                <a:cs typeface="+mn-cs"/>
              </a:defRPr>
            </a:lvl4pPr>
            <a:lvl5pPr marL="1659636" algn="l" defTabSz="829818" rtl="0" eaLnBrk="1" latinLnBrk="0" hangingPunct="1">
              <a:defRPr sz="1634" kern="1200">
                <a:solidFill>
                  <a:schemeClr val="tx1"/>
                </a:solidFill>
                <a:latin typeface="+mn-lt"/>
                <a:ea typeface="+mn-ea"/>
                <a:cs typeface="+mn-cs"/>
              </a:defRPr>
            </a:lvl5pPr>
            <a:lvl6pPr marL="2074545" algn="l" defTabSz="829818" rtl="0" eaLnBrk="1" latinLnBrk="0" hangingPunct="1">
              <a:defRPr sz="1634" kern="1200">
                <a:solidFill>
                  <a:schemeClr val="tx1"/>
                </a:solidFill>
                <a:latin typeface="+mn-lt"/>
                <a:ea typeface="+mn-ea"/>
                <a:cs typeface="+mn-cs"/>
              </a:defRPr>
            </a:lvl6pPr>
            <a:lvl7pPr marL="2489454" algn="l" defTabSz="829818" rtl="0" eaLnBrk="1" latinLnBrk="0" hangingPunct="1">
              <a:defRPr sz="1634" kern="1200">
                <a:solidFill>
                  <a:schemeClr val="tx1"/>
                </a:solidFill>
                <a:latin typeface="+mn-lt"/>
                <a:ea typeface="+mn-ea"/>
                <a:cs typeface="+mn-cs"/>
              </a:defRPr>
            </a:lvl7pPr>
            <a:lvl8pPr marL="2904363" algn="l" defTabSz="829818" rtl="0" eaLnBrk="1" latinLnBrk="0" hangingPunct="1">
              <a:defRPr sz="1634" kern="1200">
                <a:solidFill>
                  <a:schemeClr val="tx1"/>
                </a:solidFill>
                <a:latin typeface="+mn-lt"/>
                <a:ea typeface="+mn-ea"/>
                <a:cs typeface="+mn-cs"/>
              </a:defRPr>
            </a:lvl8pPr>
            <a:lvl9pPr marL="3319272" algn="l" defTabSz="829818" rtl="0" eaLnBrk="1" latinLnBrk="0" hangingPunct="1">
              <a:defRPr sz="1634" kern="1200">
                <a:solidFill>
                  <a:schemeClr val="tx1"/>
                </a:solidFill>
                <a:latin typeface="+mn-lt"/>
                <a:ea typeface="+mn-ea"/>
                <a:cs typeface="+mn-cs"/>
              </a:defRPr>
            </a:lvl9pPr>
          </a:lstStyle>
          <a:p>
            <a:r>
              <a:rPr lang="es-ES" sz="908" dirty="0">
                <a:solidFill>
                  <a:schemeClr val="tx1"/>
                </a:solidFill>
                <a:latin typeface="ABC Monument Grotesk Thin" panose="020B0204040202060203" pitchFamily="34" charset="0"/>
              </a:rPr>
              <a:t>Lorem </a:t>
            </a:r>
            <a:r>
              <a:rPr lang="es-ES" sz="908" dirty="0" err="1">
                <a:solidFill>
                  <a:schemeClr val="tx1"/>
                </a:solidFill>
                <a:latin typeface="ABC Monument Grotesk Thin" panose="020B0204040202060203" pitchFamily="34" charset="0"/>
              </a:rPr>
              <a:t>ipsum</a:t>
            </a:r>
            <a:r>
              <a:rPr lang="es-ES" sz="908" dirty="0">
                <a:solidFill>
                  <a:schemeClr val="tx1"/>
                </a:solidFill>
                <a:latin typeface="ABC Monument Grotesk Thin" panose="020B0204040202060203" pitchFamily="34" charset="0"/>
              </a:rPr>
              <a:t> dolor </a:t>
            </a:r>
            <a:r>
              <a:rPr lang="es-ES" sz="908" dirty="0" err="1">
                <a:solidFill>
                  <a:schemeClr val="tx1"/>
                </a:solidFill>
                <a:latin typeface="ABC Monument Grotesk Thin" panose="020B0204040202060203" pitchFamily="34" charset="0"/>
              </a:rPr>
              <a:t>sit</a:t>
            </a:r>
            <a:r>
              <a:rPr lang="es-ES" sz="908" dirty="0">
                <a:solidFill>
                  <a:schemeClr val="tx1"/>
                </a:solidFill>
                <a:latin typeface="ABC Monument Grotesk Thin" panose="020B0204040202060203" pitchFamily="34" charset="0"/>
              </a:rPr>
              <a:t> </a:t>
            </a:r>
            <a:r>
              <a:rPr lang="es-ES" sz="908" dirty="0" err="1">
                <a:solidFill>
                  <a:schemeClr val="tx1"/>
                </a:solidFill>
                <a:latin typeface="ABC Monument Grotesk Thin" panose="020B0204040202060203" pitchFamily="34" charset="0"/>
              </a:rPr>
              <a:t>amet</a:t>
            </a:r>
            <a:r>
              <a:rPr lang="es-ES" sz="908" dirty="0">
                <a:solidFill>
                  <a:schemeClr val="tx1"/>
                </a:solidFill>
                <a:latin typeface="ABC Monument Grotesk Thin" panose="020B0204040202060203" pitchFamily="34" charset="0"/>
              </a:rPr>
              <a:t>, </a:t>
            </a:r>
            <a:r>
              <a:rPr lang="es-ES" sz="908" dirty="0" err="1">
                <a:solidFill>
                  <a:schemeClr val="tx1"/>
                </a:solidFill>
                <a:latin typeface="ABC Monument Grotesk Thin" panose="020B0204040202060203" pitchFamily="34" charset="0"/>
              </a:rPr>
              <a:t>consectetur</a:t>
            </a:r>
            <a:r>
              <a:rPr lang="es-ES" sz="908" dirty="0">
                <a:solidFill>
                  <a:schemeClr val="tx1"/>
                </a:solidFill>
                <a:latin typeface="ABC Monument Grotesk Thin" panose="020B0204040202060203" pitchFamily="34" charset="0"/>
              </a:rPr>
              <a:t> </a:t>
            </a:r>
            <a:r>
              <a:rPr lang="es-ES" sz="908" dirty="0" err="1">
                <a:solidFill>
                  <a:schemeClr val="tx1"/>
                </a:solidFill>
                <a:latin typeface="ABC Monument Grotesk Thin" panose="020B0204040202060203" pitchFamily="34" charset="0"/>
              </a:rPr>
              <a:t>adipiscing</a:t>
            </a:r>
            <a:r>
              <a:rPr lang="es-ES" sz="908" dirty="0">
                <a:solidFill>
                  <a:schemeClr val="tx1"/>
                </a:solidFill>
                <a:latin typeface="ABC Monument Grotesk Thin" panose="020B0204040202060203" pitchFamily="34" charset="0"/>
              </a:rPr>
              <a:t> </a:t>
            </a:r>
            <a:r>
              <a:rPr lang="es-ES" sz="908" dirty="0" err="1">
                <a:solidFill>
                  <a:schemeClr val="tx1"/>
                </a:solidFill>
                <a:latin typeface="ABC Monument Grotesk Thin" panose="020B0204040202060203" pitchFamily="34" charset="0"/>
              </a:rPr>
              <a:t>elit</a:t>
            </a:r>
            <a:r>
              <a:rPr lang="es-ES" sz="908" dirty="0">
                <a:solidFill>
                  <a:schemeClr val="tx1"/>
                </a:solidFill>
                <a:latin typeface="ABC Monument Grotesk Thin" panose="020B0204040202060203" pitchFamily="34" charset="0"/>
              </a:rPr>
              <a:t>. </a:t>
            </a:r>
            <a:r>
              <a:rPr lang="es-ES" sz="908" dirty="0" err="1">
                <a:solidFill>
                  <a:schemeClr val="tx1"/>
                </a:solidFill>
                <a:latin typeface="ABC Monument Grotesk Thin" panose="020B0204040202060203" pitchFamily="34" charset="0"/>
              </a:rPr>
              <a:t>Praesent</a:t>
            </a:r>
            <a:r>
              <a:rPr lang="es-ES" sz="908" dirty="0">
                <a:solidFill>
                  <a:schemeClr val="tx1"/>
                </a:solidFill>
                <a:latin typeface="ABC Monument Grotesk Thin" panose="020B0204040202060203" pitchFamily="34" charset="0"/>
              </a:rPr>
              <a:t> id </a:t>
            </a:r>
            <a:r>
              <a:rPr lang="es-ES" sz="908" dirty="0" err="1">
                <a:solidFill>
                  <a:schemeClr val="tx1"/>
                </a:solidFill>
                <a:latin typeface="ABC Monument Grotesk Thin" panose="020B0204040202060203" pitchFamily="34" charset="0"/>
              </a:rPr>
              <a:t>enim</a:t>
            </a:r>
            <a:r>
              <a:rPr lang="es-ES" sz="908" dirty="0">
                <a:solidFill>
                  <a:schemeClr val="tx1"/>
                </a:solidFill>
                <a:latin typeface="ABC Monument Grotesk Thin" panose="020B0204040202060203" pitchFamily="34" charset="0"/>
              </a:rPr>
              <a:t> sed </a:t>
            </a:r>
            <a:r>
              <a:rPr lang="es-ES" sz="908" dirty="0" err="1">
                <a:solidFill>
                  <a:schemeClr val="tx1"/>
                </a:solidFill>
                <a:latin typeface="ABC Monument Grotesk Thin" panose="020B0204040202060203" pitchFamily="34" charset="0"/>
              </a:rPr>
              <a:t>lacus</a:t>
            </a:r>
            <a:r>
              <a:rPr lang="es-ES" sz="908" dirty="0">
                <a:solidFill>
                  <a:schemeClr val="tx1"/>
                </a:solidFill>
                <a:latin typeface="ABC Monument Grotesk Thin" panose="020B0204040202060203" pitchFamily="34" charset="0"/>
              </a:rPr>
              <a:t> vehicula </a:t>
            </a:r>
            <a:r>
              <a:rPr lang="es-ES" sz="908" dirty="0" err="1">
                <a:solidFill>
                  <a:schemeClr val="tx1"/>
                </a:solidFill>
                <a:latin typeface="ABC Monument Grotesk Thin" panose="020B0204040202060203" pitchFamily="34" charset="0"/>
              </a:rPr>
              <a:t>cursus</a:t>
            </a:r>
            <a:r>
              <a:rPr lang="es-ES" sz="908" dirty="0">
                <a:solidFill>
                  <a:schemeClr val="tx1"/>
                </a:solidFill>
                <a:latin typeface="ABC Monument Grotesk Thin" panose="020B0204040202060203" pitchFamily="34" charset="0"/>
              </a:rPr>
              <a:t> id </a:t>
            </a:r>
            <a:r>
              <a:rPr lang="es-ES" sz="908" dirty="0" err="1">
                <a:solidFill>
                  <a:schemeClr val="tx1"/>
                </a:solidFill>
                <a:latin typeface="ABC Monument Grotesk Thin" panose="020B0204040202060203" pitchFamily="34" charset="0"/>
              </a:rPr>
              <a:t>eget</a:t>
            </a:r>
            <a:r>
              <a:rPr lang="es-ES" sz="908" dirty="0">
                <a:solidFill>
                  <a:schemeClr val="tx1"/>
                </a:solidFill>
                <a:latin typeface="ABC Monument Grotesk Thin" panose="020B0204040202060203" pitchFamily="34" charset="0"/>
              </a:rPr>
              <a:t> neque. </a:t>
            </a:r>
            <a:r>
              <a:rPr lang="es-ES" sz="908" dirty="0" err="1">
                <a:solidFill>
                  <a:schemeClr val="tx1"/>
                </a:solidFill>
                <a:latin typeface="ABC Monument Grotesk Thin" panose="020B0204040202060203" pitchFamily="34" charset="0"/>
              </a:rPr>
              <a:t>Fusce</a:t>
            </a:r>
            <a:r>
              <a:rPr lang="es-ES" sz="908" dirty="0">
                <a:solidFill>
                  <a:schemeClr val="tx1"/>
                </a:solidFill>
                <a:latin typeface="ABC Monument Grotesk Thin" panose="020B0204040202060203" pitchFamily="34" charset="0"/>
              </a:rPr>
              <a:t> </a:t>
            </a:r>
            <a:r>
              <a:rPr lang="es-ES" sz="908" dirty="0" err="1">
                <a:solidFill>
                  <a:schemeClr val="tx1"/>
                </a:solidFill>
                <a:latin typeface="ABC Monument Grotesk Thin" panose="020B0204040202060203" pitchFamily="34" charset="0"/>
              </a:rPr>
              <a:t>blandit</a:t>
            </a:r>
            <a:r>
              <a:rPr lang="es-ES" sz="908" dirty="0">
                <a:solidFill>
                  <a:schemeClr val="tx1"/>
                </a:solidFill>
                <a:latin typeface="ABC Monument Grotesk Thin" panose="020B0204040202060203" pitchFamily="34" charset="0"/>
              </a:rPr>
              <a:t> </a:t>
            </a:r>
            <a:r>
              <a:rPr lang="es-ES" sz="908" dirty="0" err="1">
                <a:solidFill>
                  <a:schemeClr val="tx1"/>
                </a:solidFill>
                <a:latin typeface="ABC Monument Grotesk Thin" panose="020B0204040202060203" pitchFamily="34" charset="0"/>
              </a:rPr>
              <a:t>eleifend</a:t>
            </a:r>
            <a:r>
              <a:rPr lang="es-ES" sz="908" dirty="0">
                <a:solidFill>
                  <a:schemeClr val="tx1"/>
                </a:solidFill>
                <a:latin typeface="ABC Monument Grotesk Thin" panose="020B0204040202060203" pitchFamily="34" charset="0"/>
              </a:rPr>
              <a:t> </a:t>
            </a:r>
            <a:r>
              <a:rPr lang="es-ES" sz="908" dirty="0" err="1">
                <a:solidFill>
                  <a:schemeClr val="tx1"/>
                </a:solidFill>
                <a:latin typeface="ABC Monument Grotesk Thin" panose="020B0204040202060203" pitchFamily="34" charset="0"/>
              </a:rPr>
              <a:t>pharetra</a:t>
            </a:r>
            <a:r>
              <a:rPr lang="es-ES" sz="908" dirty="0">
                <a:solidFill>
                  <a:schemeClr val="tx1"/>
                </a:solidFill>
                <a:latin typeface="ABC Monument Grotesk Thin" panose="020B0204040202060203" pitchFamily="34" charset="0"/>
              </a:rPr>
              <a:t>. </a:t>
            </a:r>
            <a:r>
              <a:rPr lang="es-ES" sz="908" dirty="0" err="1">
                <a:solidFill>
                  <a:schemeClr val="tx1"/>
                </a:solidFill>
                <a:latin typeface="ABC Monument Grotesk Thin" panose="020B0204040202060203" pitchFamily="34" charset="0"/>
              </a:rPr>
              <a:t>Phasellus</a:t>
            </a:r>
            <a:r>
              <a:rPr lang="es-ES" sz="908" dirty="0">
                <a:solidFill>
                  <a:schemeClr val="tx1"/>
                </a:solidFill>
                <a:latin typeface="ABC Monument Grotesk Thin" panose="020B0204040202060203" pitchFamily="34" charset="0"/>
              </a:rPr>
              <a:t> </a:t>
            </a:r>
            <a:r>
              <a:rPr lang="es-ES" sz="908" dirty="0" err="1">
                <a:solidFill>
                  <a:schemeClr val="tx1"/>
                </a:solidFill>
                <a:latin typeface="ABC Monument Grotesk Thin" panose="020B0204040202060203" pitchFamily="34" charset="0"/>
              </a:rPr>
              <a:t>consectetur</a:t>
            </a:r>
            <a:r>
              <a:rPr lang="es-ES" sz="908" dirty="0">
                <a:solidFill>
                  <a:schemeClr val="tx1"/>
                </a:solidFill>
                <a:latin typeface="ABC Monument Grotesk Thin" panose="020B0204040202060203" pitchFamily="34" charset="0"/>
              </a:rPr>
              <a:t> id </a:t>
            </a:r>
            <a:r>
              <a:rPr lang="es-ES" sz="908" dirty="0" err="1">
                <a:solidFill>
                  <a:schemeClr val="tx1"/>
                </a:solidFill>
                <a:latin typeface="ABC Monument Grotesk Thin" panose="020B0204040202060203" pitchFamily="34" charset="0"/>
              </a:rPr>
              <a:t>purus</a:t>
            </a:r>
            <a:r>
              <a:rPr lang="es-ES" sz="908" dirty="0">
                <a:solidFill>
                  <a:schemeClr val="tx1"/>
                </a:solidFill>
                <a:latin typeface="ABC Monument Grotesk Thin" panose="020B0204040202060203" pitchFamily="34" charset="0"/>
              </a:rPr>
              <a:t> in </a:t>
            </a:r>
            <a:r>
              <a:rPr lang="es-ES" sz="908" dirty="0" err="1">
                <a:solidFill>
                  <a:schemeClr val="tx1"/>
                </a:solidFill>
                <a:latin typeface="ABC Monument Grotesk Thin" panose="020B0204040202060203" pitchFamily="34" charset="0"/>
              </a:rPr>
              <a:t>bibendum</a:t>
            </a:r>
            <a:r>
              <a:rPr lang="es-ES" sz="908" dirty="0">
                <a:solidFill>
                  <a:schemeClr val="tx1"/>
                </a:solidFill>
                <a:latin typeface="ABC Monument Grotesk Thin" panose="020B0204040202060203" pitchFamily="34" charset="0"/>
              </a:rPr>
              <a:t>. Quisque ornare, nunc </a:t>
            </a:r>
            <a:r>
              <a:rPr lang="es-ES" sz="908" dirty="0" err="1">
                <a:solidFill>
                  <a:schemeClr val="tx1"/>
                </a:solidFill>
                <a:latin typeface="ABC Monument Grotesk Thin" panose="020B0204040202060203" pitchFamily="34" charset="0"/>
              </a:rPr>
              <a:t>vel</a:t>
            </a:r>
            <a:r>
              <a:rPr lang="es-ES" sz="908" dirty="0">
                <a:solidFill>
                  <a:schemeClr val="tx1"/>
                </a:solidFill>
                <a:latin typeface="ABC Monument Grotesk Thin" panose="020B0204040202060203" pitchFamily="34" charset="0"/>
              </a:rPr>
              <a:t> </a:t>
            </a:r>
            <a:r>
              <a:rPr lang="es-ES" sz="908" dirty="0" err="1">
                <a:solidFill>
                  <a:schemeClr val="tx1"/>
                </a:solidFill>
                <a:latin typeface="ABC Monument Grotesk Thin" panose="020B0204040202060203" pitchFamily="34" charset="0"/>
              </a:rPr>
              <a:t>faucibus</a:t>
            </a:r>
            <a:r>
              <a:rPr lang="es-ES" sz="908" dirty="0">
                <a:solidFill>
                  <a:schemeClr val="tx1"/>
                </a:solidFill>
                <a:latin typeface="ABC Monument Grotesk Thin" panose="020B0204040202060203" pitchFamily="34" charset="0"/>
              </a:rPr>
              <a:t> </a:t>
            </a:r>
            <a:r>
              <a:rPr lang="es-ES" sz="908" dirty="0" err="1">
                <a:solidFill>
                  <a:schemeClr val="tx1"/>
                </a:solidFill>
                <a:latin typeface="ABC Monument Grotesk Thin" panose="020B0204040202060203" pitchFamily="34" charset="0"/>
              </a:rPr>
              <a:t>fringilla</a:t>
            </a:r>
            <a:r>
              <a:rPr lang="es-ES" sz="908" dirty="0">
                <a:solidFill>
                  <a:schemeClr val="tx1"/>
                </a:solidFill>
                <a:latin typeface="ABC Monument Grotesk Thin" panose="020B0204040202060203" pitchFamily="34" charset="0"/>
              </a:rPr>
              <a:t>, ex </a:t>
            </a:r>
            <a:r>
              <a:rPr lang="es-ES" sz="908" dirty="0" err="1">
                <a:solidFill>
                  <a:schemeClr val="tx1"/>
                </a:solidFill>
                <a:latin typeface="ABC Monument Grotesk Thin" panose="020B0204040202060203" pitchFamily="34" charset="0"/>
              </a:rPr>
              <a:t>sem</a:t>
            </a:r>
            <a:r>
              <a:rPr lang="es-ES" sz="908" dirty="0">
                <a:solidFill>
                  <a:schemeClr val="tx1"/>
                </a:solidFill>
                <a:latin typeface="ABC Monument Grotesk Thin" panose="020B0204040202060203" pitchFamily="34" charset="0"/>
              </a:rPr>
              <a:t> </a:t>
            </a:r>
            <a:r>
              <a:rPr lang="es-ES" sz="908" dirty="0" err="1">
                <a:solidFill>
                  <a:schemeClr val="tx1"/>
                </a:solidFill>
                <a:latin typeface="ABC Monument Grotesk Thin" panose="020B0204040202060203" pitchFamily="34" charset="0"/>
              </a:rPr>
              <a:t>convallis</a:t>
            </a:r>
            <a:r>
              <a:rPr lang="es-ES" sz="908" dirty="0">
                <a:solidFill>
                  <a:schemeClr val="tx1"/>
                </a:solidFill>
                <a:latin typeface="ABC Monument Grotesk Thin" panose="020B0204040202060203" pitchFamily="34" charset="0"/>
              </a:rPr>
              <a:t> </a:t>
            </a:r>
            <a:r>
              <a:rPr lang="es-ES" sz="908" dirty="0" err="1">
                <a:solidFill>
                  <a:schemeClr val="tx1"/>
                </a:solidFill>
                <a:latin typeface="ABC Monument Grotesk Thin" panose="020B0204040202060203" pitchFamily="34" charset="0"/>
              </a:rPr>
              <a:t>lectus</a:t>
            </a:r>
            <a:r>
              <a:rPr lang="es-ES" sz="908" dirty="0">
                <a:solidFill>
                  <a:schemeClr val="tx1"/>
                </a:solidFill>
                <a:latin typeface="ABC Monument Grotesk Thin" panose="020B0204040202060203" pitchFamily="34" charset="0"/>
              </a:rPr>
              <a:t>, </a:t>
            </a:r>
            <a:r>
              <a:rPr lang="es-ES" sz="908" dirty="0" err="1">
                <a:solidFill>
                  <a:schemeClr val="tx1"/>
                </a:solidFill>
                <a:latin typeface="ABC Monument Grotesk Thin" panose="020B0204040202060203" pitchFamily="34" charset="0"/>
              </a:rPr>
              <a:t>eu</a:t>
            </a:r>
            <a:r>
              <a:rPr lang="es-ES" sz="908" dirty="0">
                <a:solidFill>
                  <a:schemeClr val="tx1"/>
                </a:solidFill>
                <a:latin typeface="ABC Monument Grotesk Thin" panose="020B0204040202060203" pitchFamily="34" charset="0"/>
              </a:rPr>
              <a:t> </a:t>
            </a:r>
            <a:r>
              <a:rPr lang="es-ES" sz="908" dirty="0" err="1">
                <a:solidFill>
                  <a:schemeClr val="tx1"/>
                </a:solidFill>
                <a:latin typeface="ABC Monument Grotesk Thin" panose="020B0204040202060203" pitchFamily="34" charset="0"/>
              </a:rPr>
              <a:t>maximus</a:t>
            </a:r>
            <a:r>
              <a:rPr lang="es-ES" sz="908" dirty="0">
                <a:solidFill>
                  <a:schemeClr val="tx1"/>
                </a:solidFill>
                <a:latin typeface="ABC Monument Grotesk Thin" panose="020B0204040202060203" pitchFamily="34" charset="0"/>
              </a:rPr>
              <a:t> </a:t>
            </a:r>
            <a:r>
              <a:rPr lang="es-ES" sz="908" dirty="0" err="1">
                <a:solidFill>
                  <a:schemeClr val="tx1"/>
                </a:solidFill>
                <a:latin typeface="ABC Monument Grotesk Thin" panose="020B0204040202060203" pitchFamily="34" charset="0"/>
              </a:rPr>
              <a:t>dui</a:t>
            </a:r>
            <a:r>
              <a:rPr lang="es-ES" sz="908" dirty="0">
                <a:solidFill>
                  <a:schemeClr val="tx1"/>
                </a:solidFill>
                <a:latin typeface="ABC Monument Grotesk Thin" panose="020B0204040202060203" pitchFamily="34" charset="0"/>
              </a:rPr>
              <a:t> justo </a:t>
            </a:r>
            <a:r>
              <a:rPr lang="es-ES" sz="908" dirty="0" err="1">
                <a:solidFill>
                  <a:schemeClr val="tx1"/>
                </a:solidFill>
                <a:latin typeface="ABC Monument Grotesk Thin" panose="020B0204040202060203" pitchFamily="34" charset="0"/>
              </a:rPr>
              <a:t>eu</a:t>
            </a:r>
            <a:r>
              <a:rPr lang="es-ES" sz="908" dirty="0">
                <a:solidFill>
                  <a:schemeClr val="tx1"/>
                </a:solidFill>
                <a:latin typeface="ABC Monument Grotesk Thin" panose="020B0204040202060203" pitchFamily="34" charset="0"/>
              </a:rPr>
              <a:t> </a:t>
            </a:r>
            <a:r>
              <a:rPr lang="es-ES" sz="908" dirty="0" err="1">
                <a:solidFill>
                  <a:schemeClr val="tx1"/>
                </a:solidFill>
                <a:latin typeface="ABC Monument Grotesk Thin" panose="020B0204040202060203" pitchFamily="34" charset="0"/>
              </a:rPr>
              <a:t>lorem</a:t>
            </a:r>
            <a:r>
              <a:rPr lang="es-ES" sz="908" dirty="0">
                <a:solidFill>
                  <a:schemeClr val="tx1"/>
                </a:solidFill>
                <a:latin typeface="ABC Monument Grotesk Thin" panose="020B0204040202060203" pitchFamily="34" charset="0"/>
              </a:rPr>
              <a:t>. </a:t>
            </a:r>
            <a:endParaRPr lang="en-US" sz="908" dirty="0">
              <a:solidFill>
                <a:srgbClr val="646464"/>
              </a:solidFill>
              <a:latin typeface="ABC Monument Grotesk Thin" panose="020B0204040202060203" pitchFamily="34" charset="0"/>
              <a:ea typeface="Arial Unicode MS" panose="020B0604020202020204" pitchFamily="34" charset="-128"/>
              <a:cs typeface="Arial Unicode MS" panose="020B0604020202020204" pitchFamily="34" charset="-128"/>
            </a:endParaRPr>
          </a:p>
        </p:txBody>
      </p:sp>
      <p:pic>
        <p:nvPicPr>
          <p:cNvPr id="5" name="Imagen 4" descr="Imagen en blanco y negro&#10;&#10;Descripción generada automáticamente con confianza baja">
            <a:extLst>
              <a:ext uri="{FF2B5EF4-FFF2-40B4-BE49-F238E27FC236}">
                <a16:creationId xmlns:a16="http://schemas.microsoft.com/office/drawing/2014/main" id="{572EFBAE-80B3-6B48-E396-DCE9961FF902}"/>
              </a:ext>
            </a:extLst>
          </p:cNvPr>
          <p:cNvPicPr>
            <a:picLocks noChangeAspect="1"/>
          </p:cNvPicPr>
          <p:nvPr/>
        </p:nvPicPr>
        <p:blipFill rotWithShape="1">
          <a:blip r:embed="rId2" cstate="screen">
            <a:alphaModFix amt="35000"/>
            <a:extLst>
              <a:ext uri="{BEBA8EAE-BF5A-486C-A8C5-ECC9F3942E4B}">
                <a14:imgProps xmlns:a14="http://schemas.microsoft.com/office/drawing/2010/main">
                  <a14:imgLayer r:embed="rId3">
                    <a14:imgEffect>
                      <a14:colorTemperature colorTemp="7200"/>
                    </a14:imgEffect>
                  </a14:imgLayer>
                </a14:imgProps>
              </a:ext>
              <a:ext uri="{28A0092B-C50C-407E-A947-70E740481C1C}">
                <a14:useLocalDpi xmlns:a14="http://schemas.microsoft.com/office/drawing/2010/main"/>
              </a:ext>
            </a:extLst>
          </a:blip>
          <a:srcRect l="1532" t="25528" r="86202" b="5360"/>
          <a:stretch/>
        </p:blipFill>
        <p:spPr>
          <a:xfrm>
            <a:off x="344338" y="1323650"/>
            <a:ext cx="1283443" cy="4957066"/>
          </a:xfrm>
          <a:prstGeom prst="rect">
            <a:avLst/>
          </a:prstGeom>
          <a:noFill/>
        </p:spPr>
      </p:pic>
      <p:sp>
        <p:nvSpPr>
          <p:cNvPr id="8" name="Rectángulo 7">
            <a:extLst>
              <a:ext uri="{FF2B5EF4-FFF2-40B4-BE49-F238E27FC236}">
                <a16:creationId xmlns:a16="http://schemas.microsoft.com/office/drawing/2014/main" id="{E38D8BAC-2FED-B656-C682-41570F477158}"/>
              </a:ext>
            </a:extLst>
          </p:cNvPr>
          <p:cNvSpPr/>
          <p:nvPr/>
        </p:nvSpPr>
        <p:spPr>
          <a:xfrm>
            <a:off x="675865" y="1632575"/>
            <a:ext cx="5880541" cy="792000"/>
          </a:xfrm>
          <a:prstGeom prst="rect">
            <a:avLst/>
          </a:prstGeom>
          <a:solidFill>
            <a:schemeClr val="bg1"/>
          </a:solidFill>
          <a:ln w="12700" cap="flat">
            <a:solidFill>
              <a:srgbClr val="AC9F92"/>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s-E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rPr>
              <a:t>7</a:t>
            </a:r>
          </a:p>
        </p:txBody>
      </p:sp>
      <p:sp>
        <p:nvSpPr>
          <p:cNvPr id="12" name="Rectángulo 11">
            <a:extLst>
              <a:ext uri="{FF2B5EF4-FFF2-40B4-BE49-F238E27FC236}">
                <a16:creationId xmlns:a16="http://schemas.microsoft.com/office/drawing/2014/main" id="{7051AD44-4996-4F0B-2FD7-77C3906301C3}"/>
              </a:ext>
            </a:extLst>
          </p:cNvPr>
          <p:cNvSpPr/>
          <p:nvPr/>
        </p:nvSpPr>
        <p:spPr>
          <a:xfrm>
            <a:off x="681988" y="1649431"/>
            <a:ext cx="5868000" cy="769441"/>
          </a:xfrm>
          <a:prstGeom prst="rect">
            <a:avLst/>
          </a:prstGeom>
        </p:spPr>
        <p:txBody>
          <a:bodyPr wrap="square">
            <a:spAutoFit/>
          </a:bodyPr>
          <a:lstStyle>
            <a:defPPr>
              <a:defRPr lang="es-ES"/>
            </a:defPPr>
            <a:lvl1pPr marL="0" algn="l" defTabSz="829818" rtl="0" eaLnBrk="1" latinLnBrk="0" hangingPunct="1">
              <a:defRPr sz="1634" kern="1200">
                <a:solidFill>
                  <a:schemeClr val="tx1"/>
                </a:solidFill>
                <a:latin typeface="+mn-lt"/>
                <a:ea typeface="+mn-ea"/>
                <a:cs typeface="+mn-cs"/>
              </a:defRPr>
            </a:lvl1pPr>
            <a:lvl2pPr marL="414909" algn="l" defTabSz="829818" rtl="0" eaLnBrk="1" latinLnBrk="0" hangingPunct="1">
              <a:defRPr sz="1634" kern="1200">
                <a:solidFill>
                  <a:schemeClr val="tx1"/>
                </a:solidFill>
                <a:latin typeface="+mn-lt"/>
                <a:ea typeface="+mn-ea"/>
                <a:cs typeface="+mn-cs"/>
              </a:defRPr>
            </a:lvl2pPr>
            <a:lvl3pPr marL="829818" algn="l" defTabSz="829818" rtl="0" eaLnBrk="1" latinLnBrk="0" hangingPunct="1">
              <a:defRPr sz="1634" kern="1200">
                <a:solidFill>
                  <a:schemeClr val="tx1"/>
                </a:solidFill>
                <a:latin typeface="+mn-lt"/>
                <a:ea typeface="+mn-ea"/>
                <a:cs typeface="+mn-cs"/>
              </a:defRPr>
            </a:lvl3pPr>
            <a:lvl4pPr marL="1244727" algn="l" defTabSz="829818" rtl="0" eaLnBrk="1" latinLnBrk="0" hangingPunct="1">
              <a:defRPr sz="1634" kern="1200">
                <a:solidFill>
                  <a:schemeClr val="tx1"/>
                </a:solidFill>
                <a:latin typeface="+mn-lt"/>
                <a:ea typeface="+mn-ea"/>
                <a:cs typeface="+mn-cs"/>
              </a:defRPr>
            </a:lvl4pPr>
            <a:lvl5pPr marL="1659636" algn="l" defTabSz="829818" rtl="0" eaLnBrk="1" latinLnBrk="0" hangingPunct="1">
              <a:defRPr sz="1634" kern="1200">
                <a:solidFill>
                  <a:schemeClr val="tx1"/>
                </a:solidFill>
                <a:latin typeface="+mn-lt"/>
                <a:ea typeface="+mn-ea"/>
                <a:cs typeface="+mn-cs"/>
              </a:defRPr>
            </a:lvl5pPr>
            <a:lvl6pPr marL="2074545" algn="l" defTabSz="829818" rtl="0" eaLnBrk="1" latinLnBrk="0" hangingPunct="1">
              <a:defRPr sz="1634" kern="1200">
                <a:solidFill>
                  <a:schemeClr val="tx1"/>
                </a:solidFill>
                <a:latin typeface="+mn-lt"/>
                <a:ea typeface="+mn-ea"/>
                <a:cs typeface="+mn-cs"/>
              </a:defRPr>
            </a:lvl6pPr>
            <a:lvl7pPr marL="2489454" algn="l" defTabSz="829818" rtl="0" eaLnBrk="1" latinLnBrk="0" hangingPunct="1">
              <a:defRPr sz="1634" kern="1200">
                <a:solidFill>
                  <a:schemeClr val="tx1"/>
                </a:solidFill>
                <a:latin typeface="+mn-lt"/>
                <a:ea typeface="+mn-ea"/>
                <a:cs typeface="+mn-cs"/>
              </a:defRPr>
            </a:lvl7pPr>
            <a:lvl8pPr marL="2904363" algn="l" defTabSz="829818" rtl="0" eaLnBrk="1" latinLnBrk="0" hangingPunct="1">
              <a:defRPr sz="1634" kern="1200">
                <a:solidFill>
                  <a:schemeClr val="tx1"/>
                </a:solidFill>
                <a:latin typeface="+mn-lt"/>
                <a:ea typeface="+mn-ea"/>
                <a:cs typeface="+mn-cs"/>
              </a:defRPr>
            </a:lvl8pPr>
            <a:lvl9pPr marL="3319272" algn="l" defTabSz="829818" rtl="0" eaLnBrk="1" latinLnBrk="0" hangingPunct="1">
              <a:defRPr sz="1634" kern="1200">
                <a:solidFill>
                  <a:schemeClr val="tx1"/>
                </a:solidFill>
                <a:latin typeface="+mn-lt"/>
                <a:ea typeface="+mn-ea"/>
                <a:cs typeface="+mn-cs"/>
              </a:defRPr>
            </a:lvl9pPr>
          </a:lstStyle>
          <a:p>
            <a:pPr algn="just">
              <a:spcAft>
                <a:spcPts val="600"/>
              </a:spcAft>
            </a:pPr>
            <a:r>
              <a:rPr lang="es-ES" sz="1100" dirty="0">
                <a:latin typeface="ABC Monument Grotesk Medium" panose="020B0604040202060203" pitchFamily="34" charset="0"/>
              </a:rPr>
              <a:t>Contexto:</a:t>
            </a:r>
            <a:r>
              <a:rPr lang="es-ES" sz="1100" dirty="0">
                <a:latin typeface="ABC Monument Grotesk Thin" panose="020B0204040202060203" pitchFamily="34" charset="0"/>
              </a:rPr>
              <a:t> </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Lorem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ipsum</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dolor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sit</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amet</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consectetur</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adipiscing</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elit</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Praesent</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id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enim</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sed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lacus</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vehicula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cursus</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id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eget</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neque.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Fusce</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blandit</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eleifend</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pharetra</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Phasellus</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consectetur</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id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purus</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in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bibendum</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Quisque ornare, nunc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vel</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faucibus</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fringilla</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ex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sem</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convallis</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lectus</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eu</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maximus</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dui</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justo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eu</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lorem</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Sed lacinia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est</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et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eleifend</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mattis</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Sed in urna sed justo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iaculis</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gravida</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in ut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quam</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a:t>
            </a:r>
            <a:endParaRPr lang="es-ES" sz="1100" dirty="0">
              <a:latin typeface="ABC Monument Grotesk Thin" panose="020B0204040202060203" pitchFamily="34" charset="0"/>
            </a:endParaRPr>
          </a:p>
        </p:txBody>
      </p:sp>
      <p:sp>
        <p:nvSpPr>
          <p:cNvPr id="13" name="Rectángulo 12">
            <a:extLst>
              <a:ext uri="{FF2B5EF4-FFF2-40B4-BE49-F238E27FC236}">
                <a16:creationId xmlns:a16="http://schemas.microsoft.com/office/drawing/2014/main" id="{9E47A00F-0034-2173-2D78-5D8F6D6B4EF9}"/>
              </a:ext>
            </a:extLst>
          </p:cNvPr>
          <p:cNvSpPr/>
          <p:nvPr/>
        </p:nvSpPr>
        <p:spPr>
          <a:xfrm>
            <a:off x="681989" y="2524365"/>
            <a:ext cx="5868000" cy="1656000"/>
          </a:xfrm>
          <a:prstGeom prst="rect">
            <a:avLst/>
          </a:prstGeom>
          <a:solidFill>
            <a:schemeClr val="bg1"/>
          </a:solidFill>
          <a:ln w="12700" cap="flat">
            <a:solidFill>
              <a:srgbClr val="AC9F92"/>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s-E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rPr>
              <a:t>7</a:t>
            </a:r>
          </a:p>
        </p:txBody>
      </p:sp>
      <p:sp>
        <p:nvSpPr>
          <p:cNvPr id="14" name="Rectángulo 13">
            <a:extLst>
              <a:ext uri="{FF2B5EF4-FFF2-40B4-BE49-F238E27FC236}">
                <a16:creationId xmlns:a16="http://schemas.microsoft.com/office/drawing/2014/main" id="{EC815AA1-D1AF-18A8-8ACC-24B724A1B423}"/>
              </a:ext>
            </a:extLst>
          </p:cNvPr>
          <p:cNvSpPr/>
          <p:nvPr/>
        </p:nvSpPr>
        <p:spPr>
          <a:xfrm>
            <a:off x="672463" y="2530068"/>
            <a:ext cx="5868000" cy="1338828"/>
          </a:xfrm>
          <a:prstGeom prst="rect">
            <a:avLst/>
          </a:prstGeom>
        </p:spPr>
        <p:txBody>
          <a:bodyPr wrap="square">
            <a:spAutoFit/>
          </a:bodyPr>
          <a:lstStyle>
            <a:defPPr>
              <a:defRPr lang="es-ES"/>
            </a:defPPr>
            <a:lvl1pPr marL="0" algn="l" defTabSz="829818" rtl="0" eaLnBrk="1" latinLnBrk="0" hangingPunct="1">
              <a:defRPr sz="1634" kern="1200">
                <a:solidFill>
                  <a:schemeClr val="tx1"/>
                </a:solidFill>
                <a:latin typeface="+mn-lt"/>
                <a:ea typeface="+mn-ea"/>
                <a:cs typeface="+mn-cs"/>
              </a:defRPr>
            </a:lvl1pPr>
            <a:lvl2pPr marL="414909" algn="l" defTabSz="829818" rtl="0" eaLnBrk="1" latinLnBrk="0" hangingPunct="1">
              <a:defRPr sz="1634" kern="1200">
                <a:solidFill>
                  <a:schemeClr val="tx1"/>
                </a:solidFill>
                <a:latin typeface="+mn-lt"/>
                <a:ea typeface="+mn-ea"/>
                <a:cs typeface="+mn-cs"/>
              </a:defRPr>
            </a:lvl2pPr>
            <a:lvl3pPr marL="829818" algn="l" defTabSz="829818" rtl="0" eaLnBrk="1" latinLnBrk="0" hangingPunct="1">
              <a:defRPr sz="1634" kern="1200">
                <a:solidFill>
                  <a:schemeClr val="tx1"/>
                </a:solidFill>
                <a:latin typeface="+mn-lt"/>
                <a:ea typeface="+mn-ea"/>
                <a:cs typeface="+mn-cs"/>
              </a:defRPr>
            </a:lvl3pPr>
            <a:lvl4pPr marL="1244727" algn="l" defTabSz="829818" rtl="0" eaLnBrk="1" latinLnBrk="0" hangingPunct="1">
              <a:defRPr sz="1634" kern="1200">
                <a:solidFill>
                  <a:schemeClr val="tx1"/>
                </a:solidFill>
                <a:latin typeface="+mn-lt"/>
                <a:ea typeface="+mn-ea"/>
                <a:cs typeface="+mn-cs"/>
              </a:defRPr>
            </a:lvl4pPr>
            <a:lvl5pPr marL="1659636" algn="l" defTabSz="829818" rtl="0" eaLnBrk="1" latinLnBrk="0" hangingPunct="1">
              <a:defRPr sz="1634" kern="1200">
                <a:solidFill>
                  <a:schemeClr val="tx1"/>
                </a:solidFill>
                <a:latin typeface="+mn-lt"/>
                <a:ea typeface="+mn-ea"/>
                <a:cs typeface="+mn-cs"/>
              </a:defRPr>
            </a:lvl5pPr>
            <a:lvl6pPr marL="2074545" algn="l" defTabSz="829818" rtl="0" eaLnBrk="1" latinLnBrk="0" hangingPunct="1">
              <a:defRPr sz="1634" kern="1200">
                <a:solidFill>
                  <a:schemeClr val="tx1"/>
                </a:solidFill>
                <a:latin typeface="+mn-lt"/>
                <a:ea typeface="+mn-ea"/>
                <a:cs typeface="+mn-cs"/>
              </a:defRPr>
            </a:lvl6pPr>
            <a:lvl7pPr marL="2489454" algn="l" defTabSz="829818" rtl="0" eaLnBrk="1" latinLnBrk="0" hangingPunct="1">
              <a:defRPr sz="1634" kern="1200">
                <a:solidFill>
                  <a:schemeClr val="tx1"/>
                </a:solidFill>
                <a:latin typeface="+mn-lt"/>
                <a:ea typeface="+mn-ea"/>
                <a:cs typeface="+mn-cs"/>
              </a:defRPr>
            </a:lvl7pPr>
            <a:lvl8pPr marL="2904363" algn="l" defTabSz="829818" rtl="0" eaLnBrk="1" latinLnBrk="0" hangingPunct="1">
              <a:defRPr sz="1634" kern="1200">
                <a:solidFill>
                  <a:schemeClr val="tx1"/>
                </a:solidFill>
                <a:latin typeface="+mn-lt"/>
                <a:ea typeface="+mn-ea"/>
                <a:cs typeface="+mn-cs"/>
              </a:defRPr>
            </a:lvl8pPr>
            <a:lvl9pPr marL="3319272" algn="l" defTabSz="829818" rtl="0" eaLnBrk="1" latinLnBrk="0" hangingPunct="1">
              <a:defRPr sz="1634" kern="1200">
                <a:solidFill>
                  <a:schemeClr val="tx1"/>
                </a:solidFill>
                <a:latin typeface="+mn-lt"/>
                <a:ea typeface="+mn-ea"/>
                <a:cs typeface="+mn-cs"/>
              </a:defRPr>
            </a:lvl9pPr>
          </a:lstStyle>
          <a:p>
            <a:pPr algn="just">
              <a:spcAft>
                <a:spcPts val="600"/>
              </a:spcAft>
            </a:pPr>
            <a:r>
              <a:rPr lang="es-ES" sz="1100" dirty="0">
                <a:latin typeface="ABC Monument Grotesk Medium" panose="020B0604040202060203" pitchFamily="34" charset="0"/>
              </a:rPr>
              <a:t>Objetivo de la auditoría: </a:t>
            </a:r>
            <a:r>
              <a:rPr lang="es-ES" sz="1000" dirty="0">
                <a:latin typeface="ABC Monument Grotesk Thin" panose="020B0204040202060203" pitchFamily="34" charset="0"/>
                <a:ea typeface="Arial Unicode MS" panose="020B0604020202020204" pitchFamily="34" charset="-128"/>
                <a:cs typeface="Arial Unicode MS" panose="020B0604020202020204" pitchFamily="34" charset="-128"/>
              </a:rPr>
              <a:t>Lorem </a:t>
            </a:r>
            <a:r>
              <a:rPr lang="es-ES" sz="1000" dirty="0" err="1">
                <a:latin typeface="ABC Monument Grotesk Thin" panose="020B0204040202060203" pitchFamily="34" charset="0"/>
                <a:ea typeface="Arial Unicode MS" panose="020B0604020202020204" pitchFamily="34" charset="-128"/>
                <a:cs typeface="Arial Unicode MS" panose="020B0604020202020204" pitchFamily="34" charset="-128"/>
              </a:rPr>
              <a:t>ipsum</a:t>
            </a:r>
            <a:r>
              <a:rPr lang="es-ES" sz="1000" dirty="0">
                <a:latin typeface="ABC Monument Grotesk Thin" panose="020B0204040202060203" pitchFamily="34" charset="0"/>
                <a:ea typeface="Arial Unicode MS" panose="020B0604020202020204" pitchFamily="34" charset="-128"/>
                <a:cs typeface="Arial Unicode MS" panose="020B0604020202020204" pitchFamily="34" charset="-128"/>
              </a:rPr>
              <a:t> dolor </a:t>
            </a:r>
            <a:r>
              <a:rPr lang="es-ES" sz="1000" dirty="0" err="1">
                <a:latin typeface="ABC Monument Grotesk Thin" panose="020B0204040202060203" pitchFamily="34" charset="0"/>
                <a:ea typeface="Arial Unicode MS" panose="020B0604020202020204" pitchFamily="34" charset="-128"/>
                <a:cs typeface="Arial Unicode MS" panose="020B0604020202020204" pitchFamily="34" charset="-128"/>
              </a:rPr>
              <a:t>sit</a:t>
            </a:r>
            <a:r>
              <a:rPr lang="es-ES" sz="10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000" dirty="0" err="1">
                <a:latin typeface="ABC Monument Grotesk Thin" panose="020B0204040202060203" pitchFamily="34" charset="0"/>
                <a:ea typeface="Arial Unicode MS" panose="020B0604020202020204" pitchFamily="34" charset="-128"/>
                <a:cs typeface="Arial Unicode MS" panose="020B0604020202020204" pitchFamily="34" charset="-128"/>
              </a:rPr>
              <a:t>amet</a:t>
            </a:r>
            <a:r>
              <a:rPr lang="es-ES" sz="10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000" dirty="0" err="1">
                <a:latin typeface="ABC Monument Grotesk Thin" panose="020B0204040202060203" pitchFamily="34" charset="0"/>
                <a:ea typeface="Arial Unicode MS" panose="020B0604020202020204" pitchFamily="34" charset="-128"/>
                <a:cs typeface="Arial Unicode MS" panose="020B0604020202020204" pitchFamily="34" charset="-128"/>
              </a:rPr>
              <a:t>consectetur</a:t>
            </a:r>
            <a:r>
              <a:rPr lang="es-ES" sz="10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000" dirty="0" err="1">
                <a:latin typeface="ABC Monument Grotesk Thin" panose="020B0204040202060203" pitchFamily="34" charset="0"/>
                <a:ea typeface="Arial Unicode MS" panose="020B0604020202020204" pitchFamily="34" charset="-128"/>
                <a:cs typeface="Arial Unicode MS" panose="020B0604020202020204" pitchFamily="34" charset="-128"/>
              </a:rPr>
              <a:t>adipiscing</a:t>
            </a:r>
            <a:r>
              <a:rPr lang="es-ES" sz="10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000" dirty="0" err="1">
                <a:latin typeface="ABC Monument Grotesk Thin" panose="020B0204040202060203" pitchFamily="34" charset="0"/>
                <a:ea typeface="Arial Unicode MS" panose="020B0604020202020204" pitchFamily="34" charset="-128"/>
                <a:cs typeface="Arial Unicode MS" panose="020B0604020202020204" pitchFamily="34" charset="-128"/>
              </a:rPr>
              <a:t>elit</a:t>
            </a:r>
            <a:r>
              <a:rPr lang="es-ES" sz="10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000" dirty="0" err="1">
                <a:latin typeface="ABC Monument Grotesk Thin" panose="020B0204040202060203" pitchFamily="34" charset="0"/>
                <a:ea typeface="Arial Unicode MS" panose="020B0604020202020204" pitchFamily="34" charset="-128"/>
                <a:cs typeface="Arial Unicode MS" panose="020B0604020202020204" pitchFamily="34" charset="-128"/>
              </a:rPr>
              <a:t>Praesent</a:t>
            </a:r>
            <a:r>
              <a:rPr lang="es-ES" sz="1000" dirty="0">
                <a:latin typeface="ABC Monument Grotesk Thin" panose="020B0204040202060203" pitchFamily="34" charset="0"/>
                <a:ea typeface="Arial Unicode MS" panose="020B0604020202020204" pitchFamily="34" charset="-128"/>
                <a:cs typeface="Arial Unicode MS" panose="020B0604020202020204" pitchFamily="34" charset="-128"/>
              </a:rPr>
              <a:t> id </a:t>
            </a:r>
            <a:r>
              <a:rPr lang="es-ES" sz="1000" dirty="0" err="1">
                <a:latin typeface="ABC Monument Grotesk Thin" panose="020B0204040202060203" pitchFamily="34" charset="0"/>
                <a:ea typeface="Arial Unicode MS" panose="020B0604020202020204" pitchFamily="34" charset="-128"/>
                <a:cs typeface="Arial Unicode MS" panose="020B0604020202020204" pitchFamily="34" charset="-128"/>
              </a:rPr>
              <a:t>enim</a:t>
            </a:r>
            <a:r>
              <a:rPr lang="es-ES" sz="1000" dirty="0">
                <a:latin typeface="ABC Monument Grotesk Thin" panose="020B0204040202060203" pitchFamily="34" charset="0"/>
                <a:ea typeface="Arial Unicode MS" panose="020B0604020202020204" pitchFamily="34" charset="-128"/>
                <a:cs typeface="Arial Unicode MS" panose="020B0604020202020204" pitchFamily="34" charset="-128"/>
              </a:rPr>
              <a:t> sed </a:t>
            </a:r>
            <a:r>
              <a:rPr lang="es-ES" sz="1000" dirty="0" err="1">
                <a:latin typeface="ABC Monument Grotesk Thin" panose="020B0204040202060203" pitchFamily="34" charset="0"/>
                <a:ea typeface="Arial Unicode MS" panose="020B0604020202020204" pitchFamily="34" charset="-128"/>
                <a:cs typeface="Arial Unicode MS" panose="020B0604020202020204" pitchFamily="34" charset="-128"/>
              </a:rPr>
              <a:t>lacus</a:t>
            </a:r>
            <a:r>
              <a:rPr lang="es-ES" sz="1000" dirty="0">
                <a:latin typeface="ABC Monument Grotesk Thin" panose="020B0204040202060203" pitchFamily="34" charset="0"/>
                <a:ea typeface="Arial Unicode MS" panose="020B0604020202020204" pitchFamily="34" charset="-128"/>
                <a:cs typeface="Arial Unicode MS" panose="020B0604020202020204" pitchFamily="34" charset="-128"/>
              </a:rPr>
              <a:t> vehicula </a:t>
            </a:r>
            <a:r>
              <a:rPr lang="es-ES" sz="1000" dirty="0" err="1">
                <a:latin typeface="ABC Monument Grotesk Thin" panose="020B0204040202060203" pitchFamily="34" charset="0"/>
                <a:ea typeface="Arial Unicode MS" panose="020B0604020202020204" pitchFamily="34" charset="-128"/>
                <a:cs typeface="Arial Unicode MS" panose="020B0604020202020204" pitchFamily="34" charset="-128"/>
              </a:rPr>
              <a:t>cursus</a:t>
            </a:r>
            <a:r>
              <a:rPr lang="es-ES" sz="1000" dirty="0">
                <a:latin typeface="ABC Monument Grotesk Thin" panose="020B0204040202060203" pitchFamily="34" charset="0"/>
                <a:ea typeface="Arial Unicode MS" panose="020B0604020202020204" pitchFamily="34" charset="-128"/>
                <a:cs typeface="Arial Unicode MS" panose="020B0604020202020204" pitchFamily="34" charset="-128"/>
              </a:rPr>
              <a:t> id </a:t>
            </a:r>
            <a:r>
              <a:rPr lang="es-ES" sz="1000" dirty="0" err="1">
                <a:latin typeface="ABC Monument Grotesk Thin" panose="020B0204040202060203" pitchFamily="34" charset="0"/>
                <a:ea typeface="Arial Unicode MS" panose="020B0604020202020204" pitchFamily="34" charset="-128"/>
                <a:cs typeface="Arial Unicode MS" panose="020B0604020202020204" pitchFamily="34" charset="-128"/>
              </a:rPr>
              <a:t>eget</a:t>
            </a:r>
            <a:r>
              <a:rPr lang="es-ES" sz="1000" dirty="0">
                <a:latin typeface="ABC Monument Grotesk Thin" panose="020B0204040202060203" pitchFamily="34" charset="0"/>
                <a:ea typeface="Arial Unicode MS" panose="020B0604020202020204" pitchFamily="34" charset="-128"/>
                <a:cs typeface="Arial Unicode MS" panose="020B0604020202020204" pitchFamily="34" charset="-128"/>
              </a:rPr>
              <a:t> neque. </a:t>
            </a:r>
            <a:r>
              <a:rPr lang="es-ES" sz="1000" dirty="0" err="1">
                <a:latin typeface="ABC Monument Grotesk Thin" panose="020B0204040202060203" pitchFamily="34" charset="0"/>
                <a:ea typeface="Arial Unicode MS" panose="020B0604020202020204" pitchFamily="34" charset="-128"/>
                <a:cs typeface="Arial Unicode MS" panose="020B0604020202020204" pitchFamily="34" charset="-128"/>
              </a:rPr>
              <a:t>Fusce</a:t>
            </a:r>
            <a:r>
              <a:rPr lang="es-ES" sz="10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000" dirty="0" err="1">
                <a:latin typeface="ABC Monument Grotesk Thin" panose="020B0204040202060203" pitchFamily="34" charset="0"/>
                <a:ea typeface="Arial Unicode MS" panose="020B0604020202020204" pitchFamily="34" charset="-128"/>
                <a:cs typeface="Arial Unicode MS" panose="020B0604020202020204" pitchFamily="34" charset="-128"/>
              </a:rPr>
              <a:t>blandit</a:t>
            </a:r>
            <a:r>
              <a:rPr lang="es-ES" sz="10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000" dirty="0" err="1">
                <a:latin typeface="ABC Monument Grotesk Thin" panose="020B0204040202060203" pitchFamily="34" charset="0"/>
                <a:ea typeface="Arial Unicode MS" panose="020B0604020202020204" pitchFamily="34" charset="-128"/>
                <a:cs typeface="Arial Unicode MS" panose="020B0604020202020204" pitchFamily="34" charset="-128"/>
              </a:rPr>
              <a:t>eleifend</a:t>
            </a:r>
            <a:r>
              <a:rPr lang="es-ES" sz="10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000" dirty="0" err="1">
                <a:latin typeface="ABC Monument Grotesk Thin" panose="020B0204040202060203" pitchFamily="34" charset="0"/>
                <a:ea typeface="Arial Unicode MS" panose="020B0604020202020204" pitchFamily="34" charset="-128"/>
                <a:cs typeface="Arial Unicode MS" panose="020B0604020202020204" pitchFamily="34" charset="-128"/>
              </a:rPr>
              <a:t>pharetra</a:t>
            </a:r>
            <a:r>
              <a:rPr lang="es-ES" sz="10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000" dirty="0" err="1">
                <a:latin typeface="ABC Monument Grotesk Thin" panose="020B0204040202060203" pitchFamily="34" charset="0"/>
                <a:ea typeface="Arial Unicode MS" panose="020B0604020202020204" pitchFamily="34" charset="-128"/>
                <a:cs typeface="Arial Unicode MS" panose="020B0604020202020204" pitchFamily="34" charset="-128"/>
              </a:rPr>
              <a:t>Phasellus</a:t>
            </a:r>
            <a:r>
              <a:rPr lang="es-ES" sz="10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000" dirty="0" err="1">
                <a:latin typeface="ABC Monument Grotesk Thin" panose="020B0204040202060203" pitchFamily="34" charset="0"/>
                <a:ea typeface="Arial Unicode MS" panose="020B0604020202020204" pitchFamily="34" charset="-128"/>
                <a:cs typeface="Arial Unicode MS" panose="020B0604020202020204" pitchFamily="34" charset="-128"/>
              </a:rPr>
              <a:t>consectetur</a:t>
            </a:r>
            <a:r>
              <a:rPr lang="es-ES" sz="1000" dirty="0">
                <a:latin typeface="ABC Monument Grotesk Thin" panose="020B0204040202060203" pitchFamily="34" charset="0"/>
                <a:ea typeface="Arial Unicode MS" panose="020B0604020202020204" pitchFamily="34" charset="-128"/>
                <a:cs typeface="Arial Unicode MS" panose="020B0604020202020204" pitchFamily="34" charset="-128"/>
              </a:rPr>
              <a:t> id </a:t>
            </a:r>
            <a:r>
              <a:rPr lang="es-ES" sz="1000" dirty="0" err="1">
                <a:latin typeface="ABC Monument Grotesk Thin" panose="020B0204040202060203" pitchFamily="34" charset="0"/>
                <a:ea typeface="Arial Unicode MS" panose="020B0604020202020204" pitchFamily="34" charset="-128"/>
                <a:cs typeface="Arial Unicode MS" panose="020B0604020202020204" pitchFamily="34" charset="-128"/>
              </a:rPr>
              <a:t>purus</a:t>
            </a:r>
            <a:r>
              <a:rPr lang="es-ES" sz="1000" dirty="0">
                <a:latin typeface="ABC Monument Grotesk Thin" panose="020B0204040202060203" pitchFamily="34" charset="0"/>
                <a:ea typeface="Arial Unicode MS" panose="020B0604020202020204" pitchFamily="34" charset="-128"/>
                <a:cs typeface="Arial Unicode MS" panose="020B0604020202020204" pitchFamily="34" charset="-128"/>
              </a:rPr>
              <a:t> in </a:t>
            </a:r>
            <a:r>
              <a:rPr lang="es-ES" sz="1000" dirty="0" err="1">
                <a:latin typeface="ABC Monument Grotesk Thin" panose="020B0204040202060203" pitchFamily="34" charset="0"/>
                <a:ea typeface="Arial Unicode MS" panose="020B0604020202020204" pitchFamily="34" charset="-128"/>
                <a:cs typeface="Arial Unicode MS" panose="020B0604020202020204" pitchFamily="34" charset="-128"/>
              </a:rPr>
              <a:t>bibendum</a:t>
            </a:r>
            <a:r>
              <a:rPr lang="es-ES" sz="1000" dirty="0">
                <a:latin typeface="ABC Monument Grotesk Thin" panose="020B0204040202060203" pitchFamily="34" charset="0"/>
                <a:ea typeface="Arial Unicode MS" panose="020B0604020202020204" pitchFamily="34" charset="-128"/>
                <a:cs typeface="Arial Unicode MS" panose="020B0604020202020204" pitchFamily="34" charset="-128"/>
              </a:rPr>
              <a:t>. Quisque ornare, nunc </a:t>
            </a:r>
            <a:r>
              <a:rPr lang="es-ES" sz="1000" dirty="0" err="1">
                <a:latin typeface="ABC Monument Grotesk Thin" panose="020B0204040202060203" pitchFamily="34" charset="0"/>
                <a:ea typeface="Arial Unicode MS" panose="020B0604020202020204" pitchFamily="34" charset="-128"/>
                <a:cs typeface="Arial Unicode MS" panose="020B0604020202020204" pitchFamily="34" charset="-128"/>
              </a:rPr>
              <a:t>vel</a:t>
            </a:r>
            <a:r>
              <a:rPr lang="es-ES" sz="10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000" dirty="0" err="1">
                <a:latin typeface="ABC Monument Grotesk Thin" panose="020B0204040202060203" pitchFamily="34" charset="0"/>
                <a:ea typeface="Arial Unicode MS" panose="020B0604020202020204" pitchFamily="34" charset="-128"/>
                <a:cs typeface="Arial Unicode MS" panose="020B0604020202020204" pitchFamily="34" charset="-128"/>
              </a:rPr>
              <a:t>faucibus</a:t>
            </a:r>
            <a:r>
              <a:rPr lang="es-ES" sz="10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000" dirty="0" err="1">
                <a:latin typeface="ABC Monument Grotesk Thin" panose="020B0204040202060203" pitchFamily="34" charset="0"/>
                <a:ea typeface="Arial Unicode MS" panose="020B0604020202020204" pitchFamily="34" charset="-128"/>
                <a:cs typeface="Arial Unicode MS" panose="020B0604020202020204" pitchFamily="34" charset="-128"/>
              </a:rPr>
              <a:t>fringilla</a:t>
            </a:r>
            <a:r>
              <a:rPr lang="es-ES" sz="1000" dirty="0">
                <a:latin typeface="ABC Monument Grotesk Thin" panose="020B0204040202060203" pitchFamily="34" charset="0"/>
                <a:ea typeface="Arial Unicode MS" panose="020B0604020202020204" pitchFamily="34" charset="-128"/>
                <a:cs typeface="Arial Unicode MS" panose="020B0604020202020204" pitchFamily="34" charset="-128"/>
              </a:rPr>
              <a:t>, ex </a:t>
            </a:r>
            <a:r>
              <a:rPr lang="es-ES" sz="1000" dirty="0" err="1">
                <a:latin typeface="ABC Monument Grotesk Thin" panose="020B0204040202060203" pitchFamily="34" charset="0"/>
                <a:ea typeface="Arial Unicode MS" panose="020B0604020202020204" pitchFamily="34" charset="-128"/>
                <a:cs typeface="Arial Unicode MS" panose="020B0604020202020204" pitchFamily="34" charset="-128"/>
              </a:rPr>
              <a:t>sem</a:t>
            </a:r>
            <a:r>
              <a:rPr lang="es-ES" sz="10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000" dirty="0" err="1">
                <a:latin typeface="ABC Monument Grotesk Thin" panose="020B0204040202060203" pitchFamily="34" charset="0"/>
                <a:ea typeface="Arial Unicode MS" panose="020B0604020202020204" pitchFamily="34" charset="-128"/>
                <a:cs typeface="Arial Unicode MS" panose="020B0604020202020204" pitchFamily="34" charset="-128"/>
              </a:rPr>
              <a:t>convallis</a:t>
            </a:r>
            <a:r>
              <a:rPr lang="es-ES" sz="10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000" dirty="0" err="1">
                <a:latin typeface="ABC Monument Grotesk Thin" panose="020B0204040202060203" pitchFamily="34" charset="0"/>
                <a:ea typeface="Arial Unicode MS" panose="020B0604020202020204" pitchFamily="34" charset="-128"/>
                <a:cs typeface="Arial Unicode MS" panose="020B0604020202020204" pitchFamily="34" charset="-128"/>
              </a:rPr>
              <a:t>lectus</a:t>
            </a:r>
            <a:r>
              <a:rPr lang="es-ES" sz="10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000" dirty="0" err="1">
                <a:latin typeface="ABC Monument Grotesk Thin" panose="020B0204040202060203" pitchFamily="34" charset="0"/>
                <a:ea typeface="Arial Unicode MS" panose="020B0604020202020204" pitchFamily="34" charset="-128"/>
                <a:cs typeface="Arial Unicode MS" panose="020B0604020202020204" pitchFamily="34" charset="-128"/>
              </a:rPr>
              <a:t>eu</a:t>
            </a:r>
            <a:r>
              <a:rPr lang="es-ES" sz="10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000" dirty="0" err="1">
                <a:latin typeface="ABC Monument Grotesk Thin" panose="020B0204040202060203" pitchFamily="34" charset="0"/>
                <a:ea typeface="Arial Unicode MS" panose="020B0604020202020204" pitchFamily="34" charset="-128"/>
                <a:cs typeface="Arial Unicode MS" panose="020B0604020202020204" pitchFamily="34" charset="-128"/>
              </a:rPr>
              <a:t>maximus</a:t>
            </a:r>
            <a:r>
              <a:rPr lang="es-ES" sz="10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000" dirty="0" err="1">
                <a:latin typeface="ABC Monument Grotesk Thin" panose="020B0204040202060203" pitchFamily="34" charset="0"/>
                <a:ea typeface="Arial Unicode MS" panose="020B0604020202020204" pitchFamily="34" charset="-128"/>
                <a:cs typeface="Arial Unicode MS" panose="020B0604020202020204" pitchFamily="34" charset="-128"/>
              </a:rPr>
              <a:t>dui</a:t>
            </a:r>
            <a:r>
              <a:rPr lang="es-ES" sz="1000" dirty="0">
                <a:latin typeface="ABC Monument Grotesk Thin" panose="020B0204040202060203" pitchFamily="34" charset="0"/>
                <a:ea typeface="Arial Unicode MS" panose="020B0604020202020204" pitchFamily="34" charset="-128"/>
                <a:cs typeface="Arial Unicode MS" panose="020B0604020202020204" pitchFamily="34" charset="-128"/>
              </a:rPr>
              <a:t> justo </a:t>
            </a:r>
            <a:r>
              <a:rPr lang="es-ES" sz="1000" dirty="0" err="1">
                <a:latin typeface="ABC Monument Grotesk Thin" panose="020B0204040202060203" pitchFamily="34" charset="0"/>
                <a:ea typeface="Arial Unicode MS" panose="020B0604020202020204" pitchFamily="34" charset="-128"/>
                <a:cs typeface="Arial Unicode MS" panose="020B0604020202020204" pitchFamily="34" charset="-128"/>
              </a:rPr>
              <a:t>eu</a:t>
            </a:r>
            <a:r>
              <a:rPr lang="es-ES" sz="10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000" dirty="0" err="1">
                <a:latin typeface="ABC Monument Grotesk Thin" panose="020B0204040202060203" pitchFamily="34" charset="0"/>
                <a:ea typeface="Arial Unicode MS" panose="020B0604020202020204" pitchFamily="34" charset="-128"/>
                <a:cs typeface="Arial Unicode MS" panose="020B0604020202020204" pitchFamily="34" charset="-128"/>
              </a:rPr>
              <a:t>lorem</a:t>
            </a:r>
            <a:r>
              <a:rPr lang="es-ES" sz="1000" dirty="0">
                <a:latin typeface="ABC Monument Grotesk Thin" panose="020B0204040202060203" pitchFamily="34" charset="0"/>
                <a:ea typeface="Arial Unicode MS" panose="020B0604020202020204" pitchFamily="34" charset="-128"/>
                <a:cs typeface="Arial Unicode MS" panose="020B0604020202020204" pitchFamily="34" charset="-128"/>
              </a:rPr>
              <a:t>. Sed lacinia </a:t>
            </a:r>
            <a:r>
              <a:rPr lang="es-ES" sz="1000" dirty="0" err="1">
                <a:latin typeface="ABC Monument Grotesk Thin" panose="020B0204040202060203" pitchFamily="34" charset="0"/>
                <a:ea typeface="Arial Unicode MS" panose="020B0604020202020204" pitchFamily="34" charset="-128"/>
                <a:cs typeface="Arial Unicode MS" panose="020B0604020202020204" pitchFamily="34" charset="-128"/>
              </a:rPr>
              <a:t>est</a:t>
            </a:r>
            <a:r>
              <a:rPr lang="es-ES" sz="1000" dirty="0">
                <a:latin typeface="ABC Monument Grotesk Thin" panose="020B0204040202060203" pitchFamily="34" charset="0"/>
                <a:ea typeface="Arial Unicode MS" panose="020B0604020202020204" pitchFamily="34" charset="-128"/>
                <a:cs typeface="Arial Unicode MS" panose="020B0604020202020204" pitchFamily="34" charset="-128"/>
              </a:rPr>
              <a:t> et </a:t>
            </a:r>
            <a:r>
              <a:rPr lang="es-ES" sz="1000" dirty="0" err="1">
                <a:latin typeface="ABC Monument Grotesk Thin" panose="020B0204040202060203" pitchFamily="34" charset="0"/>
                <a:ea typeface="Arial Unicode MS" panose="020B0604020202020204" pitchFamily="34" charset="-128"/>
                <a:cs typeface="Arial Unicode MS" panose="020B0604020202020204" pitchFamily="34" charset="-128"/>
              </a:rPr>
              <a:t>eleifend</a:t>
            </a:r>
            <a:r>
              <a:rPr lang="es-ES" sz="10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000" dirty="0" err="1">
                <a:latin typeface="ABC Monument Grotesk Thin" panose="020B0204040202060203" pitchFamily="34" charset="0"/>
                <a:ea typeface="Arial Unicode MS" panose="020B0604020202020204" pitchFamily="34" charset="-128"/>
                <a:cs typeface="Arial Unicode MS" panose="020B0604020202020204" pitchFamily="34" charset="-128"/>
              </a:rPr>
              <a:t>mattis</a:t>
            </a:r>
            <a:r>
              <a:rPr lang="es-ES" sz="1000" dirty="0">
                <a:latin typeface="ABC Monument Grotesk Thin" panose="020B0204040202060203" pitchFamily="34" charset="0"/>
                <a:ea typeface="Arial Unicode MS" panose="020B0604020202020204" pitchFamily="34" charset="-128"/>
                <a:cs typeface="Arial Unicode MS" panose="020B0604020202020204" pitchFamily="34" charset="-128"/>
              </a:rPr>
              <a:t>. Sed in urna sed justo </a:t>
            </a:r>
            <a:r>
              <a:rPr lang="es-ES" sz="1000" dirty="0" err="1">
                <a:latin typeface="ABC Monument Grotesk Thin" panose="020B0204040202060203" pitchFamily="34" charset="0"/>
                <a:ea typeface="Arial Unicode MS" panose="020B0604020202020204" pitchFamily="34" charset="-128"/>
                <a:cs typeface="Arial Unicode MS" panose="020B0604020202020204" pitchFamily="34" charset="-128"/>
              </a:rPr>
              <a:t>iaculis</a:t>
            </a:r>
            <a:r>
              <a:rPr lang="es-ES" sz="10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000" dirty="0" err="1">
                <a:latin typeface="ABC Monument Grotesk Thin" panose="020B0204040202060203" pitchFamily="34" charset="0"/>
                <a:ea typeface="Arial Unicode MS" panose="020B0604020202020204" pitchFamily="34" charset="-128"/>
                <a:cs typeface="Arial Unicode MS" panose="020B0604020202020204" pitchFamily="34" charset="-128"/>
              </a:rPr>
              <a:t>gravida</a:t>
            </a:r>
            <a:r>
              <a:rPr lang="es-ES" sz="1000" dirty="0">
                <a:latin typeface="ABC Monument Grotesk Thin" panose="020B0204040202060203" pitchFamily="34" charset="0"/>
                <a:ea typeface="Arial Unicode MS" panose="020B0604020202020204" pitchFamily="34" charset="-128"/>
                <a:cs typeface="Arial Unicode MS" panose="020B0604020202020204" pitchFamily="34" charset="-128"/>
              </a:rPr>
              <a:t> in ut </a:t>
            </a:r>
            <a:r>
              <a:rPr lang="es-ES" sz="1000" dirty="0" err="1">
                <a:latin typeface="ABC Monument Grotesk Thin" panose="020B0204040202060203" pitchFamily="34" charset="0"/>
                <a:ea typeface="Arial Unicode MS" panose="020B0604020202020204" pitchFamily="34" charset="-128"/>
                <a:cs typeface="Arial Unicode MS" panose="020B0604020202020204" pitchFamily="34" charset="-128"/>
              </a:rPr>
              <a:t>quam</a:t>
            </a:r>
            <a:r>
              <a:rPr lang="es-ES" sz="10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000" dirty="0" err="1">
                <a:latin typeface="ABC Monument Grotesk Thin" panose="020B0204040202060203" pitchFamily="34" charset="0"/>
                <a:ea typeface="Arial Unicode MS" panose="020B0604020202020204" pitchFamily="34" charset="-128"/>
                <a:cs typeface="Arial Unicode MS" panose="020B0604020202020204" pitchFamily="34" charset="-128"/>
              </a:rPr>
              <a:t>Proin</a:t>
            </a:r>
            <a:r>
              <a:rPr lang="es-ES" sz="1000" dirty="0">
                <a:latin typeface="ABC Monument Grotesk Thin" panose="020B0204040202060203" pitchFamily="34" charset="0"/>
                <a:ea typeface="Arial Unicode MS" panose="020B0604020202020204" pitchFamily="34" charset="-128"/>
                <a:cs typeface="Arial Unicode MS" panose="020B0604020202020204" pitchFamily="34" charset="-128"/>
              </a:rPr>
              <a:t> porta </a:t>
            </a:r>
            <a:r>
              <a:rPr lang="es-ES" sz="1000" dirty="0" err="1">
                <a:latin typeface="ABC Monument Grotesk Thin" panose="020B0204040202060203" pitchFamily="34" charset="0"/>
                <a:ea typeface="Arial Unicode MS" panose="020B0604020202020204" pitchFamily="34" charset="-128"/>
                <a:cs typeface="Arial Unicode MS" panose="020B0604020202020204" pitchFamily="34" charset="-128"/>
              </a:rPr>
              <a:t>enim</a:t>
            </a:r>
            <a:r>
              <a:rPr lang="es-ES" sz="1000" dirty="0">
                <a:latin typeface="ABC Monument Grotesk Thin" panose="020B0204040202060203" pitchFamily="34" charset="0"/>
                <a:ea typeface="Arial Unicode MS" panose="020B0604020202020204" pitchFamily="34" charset="-128"/>
                <a:cs typeface="Arial Unicode MS" panose="020B0604020202020204" pitchFamily="34" charset="-128"/>
              </a:rPr>
              <a:t> et </a:t>
            </a:r>
            <a:r>
              <a:rPr lang="es-ES" sz="1000" dirty="0" err="1">
                <a:latin typeface="ABC Monument Grotesk Thin" panose="020B0204040202060203" pitchFamily="34" charset="0"/>
                <a:ea typeface="Arial Unicode MS" panose="020B0604020202020204" pitchFamily="34" charset="-128"/>
                <a:cs typeface="Arial Unicode MS" panose="020B0604020202020204" pitchFamily="34" charset="-128"/>
              </a:rPr>
              <a:t>sodales</a:t>
            </a:r>
            <a:r>
              <a:rPr lang="es-ES" sz="10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000" dirty="0" err="1">
                <a:latin typeface="ABC Monument Grotesk Thin" panose="020B0204040202060203" pitchFamily="34" charset="0"/>
                <a:ea typeface="Arial Unicode MS" panose="020B0604020202020204" pitchFamily="34" charset="-128"/>
                <a:cs typeface="Arial Unicode MS" panose="020B0604020202020204" pitchFamily="34" charset="-128"/>
              </a:rPr>
              <a:t>rutrum</a:t>
            </a:r>
            <a:r>
              <a:rPr lang="es-ES" sz="1000" dirty="0">
                <a:latin typeface="ABC Monument Grotesk Thin" panose="020B0204040202060203" pitchFamily="34" charset="0"/>
                <a:ea typeface="Arial Unicode MS" panose="020B0604020202020204" pitchFamily="34" charset="-128"/>
                <a:cs typeface="Arial Unicode MS" panose="020B0604020202020204" pitchFamily="34" charset="-128"/>
              </a:rPr>
              <a:t> Lorem </a:t>
            </a:r>
            <a:r>
              <a:rPr lang="es-ES" sz="1000" dirty="0" err="1">
                <a:latin typeface="ABC Monument Grotesk Thin" panose="020B0204040202060203" pitchFamily="34" charset="0"/>
                <a:ea typeface="Arial Unicode MS" panose="020B0604020202020204" pitchFamily="34" charset="-128"/>
                <a:cs typeface="Arial Unicode MS" panose="020B0604020202020204" pitchFamily="34" charset="-128"/>
              </a:rPr>
              <a:t>ipsum</a:t>
            </a:r>
            <a:r>
              <a:rPr lang="es-ES" sz="1000" dirty="0">
                <a:latin typeface="ABC Monument Grotesk Thin" panose="020B0204040202060203" pitchFamily="34" charset="0"/>
                <a:ea typeface="Arial Unicode MS" panose="020B0604020202020204" pitchFamily="34" charset="-128"/>
                <a:cs typeface="Arial Unicode MS" panose="020B0604020202020204" pitchFamily="34" charset="-128"/>
              </a:rPr>
              <a:t> dolor </a:t>
            </a:r>
            <a:r>
              <a:rPr lang="es-ES" sz="1000" dirty="0" err="1">
                <a:latin typeface="ABC Monument Grotesk Thin" panose="020B0204040202060203" pitchFamily="34" charset="0"/>
                <a:ea typeface="Arial Unicode MS" panose="020B0604020202020204" pitchFamily="34" charset="-128"/>
                <a:cs typeface="Arial Unicode MS" panose="020B0604020202020204" pitchFamily="34" charset="-128"/>
              </a:rPr>
              <a:t>sit</a:t>
            </a:r>
            <a:r>
              <a:rPr lang="es-ES" sz="10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000" dirty="0" err="1">
                <a:latin typeface="ABC Monument Grotesk Thin" panose="020B0204040202060203" pitchFamily="34" charset="0"/>
                <a:ea typeface="Arial Unicode MS" panose="020B0604020202020204" pitchFamily="34" charset="-128"/>
                <a:cs typeface="Arial Unicode MS" panose="020B0604020202020204" pitchFamily="34" charset="-128"/>
              </a:rPr>
              <a:t>amet</a:t>
            </a:r>
            <a:r>
              <a:rPr lang="es-ES" sz="10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000" dirty="0" err="1">
                <a:latin typeface="ABC Monument Grotesk Thin" panose="020B0204040202060203" pitchFamily="34" charset="0"/>
                <a:ea typeface="Arial Unicode MS" panose="020B0604020202020204" pitchFamily="34" charset="-128"/>
                <a:cs typeface="Arial Unicode MS" panose="020B0604020202020204" pitchFamily="34" charset="-128"/>
              </a:rPr>
              <a:t>consectetur</a:t>
            </a:r>
            <a:r>
              <a:rPr lang="es-ES" sz="10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000" dirty="0" err="1">
                <a:latin typeface="ABC Monument Grotesk Thin" panose="020B0204040202060203" pitchFamily="34" charset="0"/>
                <a:ea typeface="Arial Unicode MS" panose="020B0604020202020204" pitchFamily="34" charset="-128"/>
                <a:cs typeface="Arial Unicode MS" panose="020B0604020202020204" pitchFamily="34" charset="-128"/>
              </a:rPr>
              <a:t>adipiscing</a:t>
            </a:r>
            <a:r>
              <a:rPr lang="es-ES" sz="10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000" dirty="0" err="1">
                <a:latin typeface="ABC Monument Grotesk Thin" panose="020B0204040202060203" pitchFamily="34" charset="0"/>
                <a:ea typeface="Arial Unicode MS" panose="020B0604020202020204" pitchFamily="34" charset="-128"/>
                <a:cs typeface="Arial Unicode MS" panose="020B0604020202020204" pitchFamily="34" charset="-128"/>
              </a:rPr>
              <a:t>elit</a:t>
            </a:r>
            <a:r>
              <a:rPr lang="es-ES" sz="10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000" dirty="0" err="1">
                <a:latin typeface="ABC Monument Grotesk Thin" panose="020B0204040202060203" pitchFamily="34" charset="0"/>
                <a:ea typeface="Arial Unicode MS" panose="020B0604020202020204" pitchFamily="34" charset="-128"/>
                <a:cs typeface="Arial Unicode MS" panose="020B0604020202020204" pitchFamily="34" charset="-128"/>
              </a:rPr>
              <a:t>Praesent</a:t>
            </a:r>
            <a:r>
              <a:rPr lang="es-ES" sz="1000" dirty="0">
                <a:latin typeface="ABC Monument Grotesk Thin" panose="020B0204040202060203" pitchFamily="34" charset="0"/>
                <a:ea typeface="Arial Unicode MS" panose="020B0604020202020204" pitchFamily="34" charset="-128"/>
                <a:cs typeface="Arial Unicode MS" panose="020B0604020202020204" pitchFamily="34" charset="-128"/>
              </a:rPr>
              <a:t> id </a:t>
            </a:r>
            <a:r>
              <a:rPr lang="es-ES" sz="1000" dirty="0" err="1">
                <a:latin typeface="ABC Monument Grotesk Thin" panose="020B0204040202060203" pitchFamily="34" charset="0"/>
                <a:ea typeface="Arial Unicode MS" panose="020B0604020202020204" pitchFamily="34" charset="-128"/>
                <a:cs typeface="Arial Unicode MS" panose="020B0604020202020204" pitchFamily="34" charset="-128"/>
              </a:rPr>
              <a:t>enim</a:t>
            </a:r>
            <a:r>
              <a:rPr lang="es-ES" sz="1000" dirty="0">
                <a:latin typeface="ABC Monument Grotesk Thin" panose="020B0204040202060203" pitchFamily="34" charset="0"/>
                <a:ea typeface="Arial Unicode MS" panose="020B0604020202020204" pitchFamily="34" charset="-128"/>
                <a:cs typeface="Arial Unicode MS" panose="020B0604020202020204" pitchFamily="34" charset="-128"/>
              </a:rPr>
              <a:t> sed </a:t>
            </a:r>
            <a:r>
              <a:rPr lang="es-ES" sz="1000" dirty="0" err="1">
                <a:latin typeface="ABC Monument Grotesk Thin" panose="020B0204040202060203" pitchFamily="34" charset="0"/>
                <a:ea typeface="Arial Unicode MS" panose="020B0604020202020204" pitchFamily="34" charset="-128"/>
                <a:cs typeface="Arial Unicode MS" panose="020B0604020202020204" pitchFamily="34" charset="-128"/>
              </a:rPr>
              <a:t>lacus</a:t>
            </a:r>
            <a:r>
              <a:rPr lang="es-ES" sz="1000" dirty="0">
                <a:latin typeface="ABC Monument Grotesk Thin" panose="020B0204040202060203" pitchFamily="34" charset="0"/>
                <a:ea typeface="Arial Unicode MS" panose="020B0604020202020204" pitchFamily="34" charset="-128"/>
                <a:cs typeface="Arial Unicode MS" panose="020B0604020202020204" pitchFamily="34" charset="-128"/>
              </a:rPr>
              <a:t> vehicula </a:t>
            </a:r>
            <a:r>
              <a:rPr lang="es-ES" sz="1000" dirty="0" err="1">
                <a:latin typeface="ABC Monument Grotesk Thin" panose="020B0204040202060203" pitchFamily="34" charset="0"/>
                <a:ea typeface="Arial Unicode MS" panose="020B0604020202020204" pitchFamily="34" charset="-128"/>
                <a:cs typeface="Arial Unicode MS" panose="020B0604020202020204" pitchFamily="34" charset="-128"/>
              </a:rPr>
              <a:t>cursus</a:t>
            </a:r>
            <a:r>
              <a:rPr lang="es-ES" sz="1000" dirty="0">
                <a:latin typeface="ABC Monument Grotesk Thin" panose="020B0204040202060203" pitchFamily="34" charset="0"/>
                <a:ea typeface="Arial Unicode MS" panose="020B0604020202020204" pitchFamily="34" charset="-128"/>
                <a:cs typeface="Arial Unicode MS" panose="020B0604020202020204" pitchFamily="34" charset="-128"/>
              </a:rPr>
              <a:t> id </a:t>
            </a:r>
            <a:r>
              <a:rPr lang="es-ES" sz="1000" dirty="0" err="1">
                <a:latin typeface="ABC Monument Grotesk Thin" panose="020B0204040202060203" pitchFamily="34" charset="0"/>
                <a:ea typeface="Arial Unicode MS" panose="020B0604020202020204" pitchFamily="34" charset="-128"/>
                <a:cs typeface="Arial Unicode MS" panose="020B0604020202020204" pitchFamily="34" charset="-128"/>
              </a:rPr>
              <a:t>eget</a:t>
            </a:r>
            <a:r>
              <a:rPr lang="es-ES" sz="1000" dirty="0">
                <a:latin typeface="ABC Monument Grotesk Thin" panose="020B0204040202060203" pitchFamily="34" charset="0"/>
                <a:ea typeface="Arial Unicode MS" panose="020B0604020202020204" pitchFamily="34" charset="-128"/>
                <a:cs typeface="Arial Unicode MS" panose="020B0604020202020204" pitchFamily="34" charset="-128"/>
              </a:rPr>
              <a:t> neque. </a:t>
            </a:r>
            <a:r>
              <a:rPr lang="es-ES" sz="1000" dirty="0" err="1">
                <a:latin typeface="ABC Monument Grotesk Thin" panose="020B0204040202060203" pitchFamily="34" charset="0"/>
                <a:ea typeface="Arial Unicode MS" panose="020B0604020202020204" pitchFamily="34" charset="-128"/>
                <a:cs typeface="Arial Unicode MS" panose="020B0604020202020204" pitchFamily="34" charset="-128"/>
              </a:rPr>
              <a:t>Fusce</a:t>
            </a:r>
            <a:r>
              <a:rPr lang="es-ES" sz="10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000" dirty="0" err="1">
                <a:latin typeface="ABC Monument Grotesk Thin" panose="020B0204040202060203" pitchFamily="34" charset="0"/>
                <a:ea typeface="Arial Unicode MS" panose="020B0604020202020204" pitchFamily="34" charset="-128"/>
                <a:cs typeface="Arial Unicode MS" panose="020B0604020202020204" pitchFamily="34" charset="-128"/>
              </a:rPr>
              <a:t>blandit</a:t>
            </a:r>
            <a:r>
              <a:rPr lang="es-ES" sz="10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000" dirty="0" err="1">
                <a:latin typeface="ABC Monument Grotesk Thin" panose="020B0204040202060203" pitchFamily="34" charset="0"/>
                <a:ea typeface="Arial Unicode MS" panose="020B0604020202020204" pitchFamily="34" charset="-128"/>
                <a:cs typeface="Arial Unicode MS" panose="020B0604020202020204" pitchFamily="34" charset="-128"/>
              </a:rPr>
              <a:t>eleifend</a:t>
            </a:r>
            <a:r>
              <a:rPr lang="es-ES" sz="10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000" dirty="0" err="1">
                <a:latin typeface="ABC Monument Grotesk Thin" panose="020B0204040202060203" pitchFamily="34" charset="0"/>
                <a:ea typeface="Arial Unicode MS" panose="020B0604020202020204" pitchFamily="34" charset="-128"/>
                <a:cs typeface="Arial Unicode MS" panose="020B0604020202020204" pitchFamily="34" charset="-128"/>
              </a:rPr>
              <a:t>pharetra</a:t>
            </a:r>
            <a:r>
              <a:rPr lang="es-ES" sz="10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000" dirty="0" err="1">
                <a:latin typeface="ABC Monument Grotesk Thin" panose="020B0204040202060203" pitchFamily="34" charset="0"/>
                <a:ea typeface="Arial Unicode MS" panose="020B0604020202020204" pitchFamily="34" charset="-128"/>
                <a:cs typeface="Arial Unicode MS" panose="020B0604020202020204" pitchFamily="34" charset="-128"/>
              </a:rPr>
              <a:t>Phasellus</a:t>
            </a:r>
            <a:r>
              <a:rPr lang="es-ES" sz="10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000" dirty="0" err="1">
                <a:latin typeface="ABC Monument Grotesk Thin" panose="020B0204040202060203" pitchFamily="34" charset="0"/>
                <a:ea typeface="Arial Unicode MS" panose="020B0604020202020204" pitchFamily="34" charset="-128"/>
                <a:cs typeface="Arial Unicode MS" panose="020B0604020202020204" pitchFamily="34" charset="-128"/>
              </a:rPr>
              <a:t>consectetur</a:t>
            </a:r>
            <a:r>
              <a:rPr lang="es-ES" sz="1000" dirty="0">
                <a:latin typeface="ABC Monument Grotesk Thin" panose="020B0204040202060203" pitchFamily="34" charset="0"/>
                <a:ea typeface="Arial Unicode MS" panose="020B0604020202020204" pitchFamily="34" charset="-128"/>
                <a:cs typeface="Arial Unicode MS" panose="020B0604020202020204" pitchFamily="34" charset="-128"/>
              </a:rPr>
              <a:t> id </a:t>
            </a:r>
            <a:r>
              <a:rPr lang="es-ES" sz="1000" dirty="0" err="1">
                <a:latin typeface="ABC Monument Grotesk Thin" panose="020B0204040202060203" pitchFamily="34" charset="0"/>
                <a:ea typeface="Arial Unicode MS" panose="020B0604020202020204" pitchFamily="34" charset="-128"/>
                <a:cs typeface="Arial Unicode MS" panose="020B0604020202020204" pitchFamily="34" charset="-128"/>
              </a:rPr>
              <a:t>purus</a:t>
            </a:r>
            <a:r>
              <a:rPr lang="es-ES" sz="1000" dirty="0">
                <a:latin typeface="ABC Monument Grotesk Thin" panose="020B0204040202060203" pitchFamily="34" charset="0"/>
                <a:ea typeface="Arial Unicode MS" panose="020B0604020202020204" pitchFamily="34" charset="-128"/>
                <a:cs typeface="Arial Unicode MS" panose="020B0604020202020204" pitchFamily="34" charset="-128"/>
              </a:rPr>
              <a:t> in </a:t>
            </a:r>
            <a:r>
              <a:rPr lang="es-ES" sz="1000" dirty="0" err="1">
                <a:latin typeface="ABC Monument Grotesk Thin" panose="020B0204040202060203" pitchFamily="34" charset="0"/>
                <a:ea typeface="Arial Unicode MS" panose="020B0604020202020204" pitchFamily="34" charset="-128"/>
                <a:cs typeface="Arial Unicode MS" panose="020B0604020202020204" pitchFamily="34" charset="-128"/>
              </a:rPr>
              <a:t>bibendum</a:t>
            </a:r>
            <a:r>
              <a:rPr lang="es-ES" sz="1000" dirty="0">
                <a:latin typeface="ABC Monument Grotesk Thin" panose="020B0204040202060203" pitchFamily="34" charset="0"/>
                <a:ea typeface="Arial Unicode MS" panose="020B0604020202020204" pitchFamily="34" charset="-128"/>
                <a:cs typeface="Arial Unicode MS" panose="020B0604020202020204" pitchFamily="34" charset="-128"/>
              </a:rPr>
              <a:t>. Quisque ornare, nunc </a:t>
            </a:r>
            <a:r>
              <a:rPr lang="es-ES" sz="1000" dirty="0" err="1">
                <a:latin typeface="ABC Monument Grotesk Thin" panose="020B0204040202060203" pitchFamily="34" charset="0"/>
                <a:ea typeface="Arial Unicode MS" panose="020B0604020202020204" pitchFamily="34" charset="-128"/>
                <a:cs typeface="Arial Unicode MS" panose="020B0604020202020204" pitchFamily="34" charset="-128"/>
              </a:rPr>
              <a:t>vel</a:t>
            </a:r>
            <a:r>
              <a:rPr lang="es-ES" sz="10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000" dirty="0" err="1">
                <a:latin typeface="ABC Monument Grotesk Thin" panose="020B0204040202060203" pitchFamily="34" charset="0"/>
                <a:ea typeface="Arial Unicode MS" panose="020B0604020202020204" pitchFamily="34" charset="-128"/>
                <a:cs typeface="Arial Unicode MS" panose="020B0604020202020204" pitchFamily="34" charset="-128"/>
              </a:rPr>
              <a:t>faucibus</a:t>
            </a:r>
            <a:r>
              <a:rPr lang="es-ES" sz="10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000" dirty="0" err="1">
                <a:latin typeface="ABC Monument Grotesk Thin" panose="020B0204040202060203" pitchFamily="34" charset="0"/>
                <a:ea typeface="Arial Unicode MS" panose="020B0604020202020204" pitchFamily="34" charset="-128"/>
                <a:cs typeface="Arial Unicode MS" panose="020B0604020202020204" pitchFamily="34" charset="-128"/>
              </a:rPr>
              <a:t>fringilla</a:t>
            </a:r>
            <a:r>
              <a:rPr lang="es-ES" sz="1000" dirty="0">
                <a:latin typeface="ABC Monument Grotesk Thin" panose="020B0204040202060203" pitchFamily="34" charset="0"/>
                <a:ea typeface="Arial Unicode MS" panose="020B0604020202020204" pitchFamily="34" charset="-128"/>
                <a:cs typeface="Arial Unicode MS" panose="020B0604020202020204" pitchFamily="34" charset="-128"/>
              </a:rPr>
              <a:t>, ex </a:t>
            </a:r>
            <a:r>
              <a:rPr lang="es-ES" sz="1000" dirty="0" err="1">
                <a:latin typeface="ABC Monument Grotesk Thin" panose="020B0204040202060203" pitchFamily="34" charset="0"/>
                <a:ea typeface="Arial Unicode MS" panose="020B0604020202020204" pitchFamily="34" charset="-128"/>
                <a:cs typeface="Arial Unicode MS" panose="020B0604020202020204" pitchFamily="34" charset="-128"/>
              </a:rPr>
              <a:t>sem</a:t>
            </a:r>
            <a:r>
              <a:rPr lang="es-ES" sz="10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000" dirty="0" err="1">
                <a:latin typeface="ABC Monument Grotesk Thin" panose="020B0204040202060203" pitchFamily="34" charset="0"/>
                <a:ea typeface="Arial Unicode MS" panose="020B0604020202020204" pitchFamily="34" charset="-128"/>
                <a:cs typeface="Arial Unicode MS" panose="020B0604020202020204" pitchFamily="34" charset="-128"/>
              </a:rPr>
              <a:t>convallis</a:t>
            </a:r>
            <a:r>
              <a:rPr lang="es-ES" sz="10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000" dirty="0" err="1">
                <a:latin typeface="ABC Monument Grotesk Thin" panose="020B0204040202060203" pitchFamily="34" charset="0"/>
                <a:ea typeface="Arial Unicode MS" panose="020B0604020202020204" pitchFamily="34" charset="-128"/>
                <a:cs typeface="Arial Unicode MS" panose="020B0604020202020204" pitchFamily="34" charset="-128"/>
              </a:rPr>
              <a:t>lectus</a:t>
            </a:r>
            <a:r>
              <a:rPr lang="es-ES" sz="10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000" dirty="0" err="1">
                <a:latin typeface="ABC Monument Grotesk Thin" panose="020B0204040202060203" pitchFamily="34" charset="0"/>
                <a:ea typeface="Arial Unicode MS" panose="020B0604020202020204" pitchFamily="34" charset="-128"/>
                <a:cs typeface="Arial Unicode MS" panose="020B0604020202020204" pitchFamily="34" charset="-128"/>
              </a:rPr>
              <a:t>eu</a:t>
            </a:r>
            <a:r>
              <a:rPr lang="es-ES" sz="10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000" dirty="0" err="1">
                <a:latin typeface="ABC Monument Grotesk Thin" panose="020B0204040202060203" pitchFamily="34" charset="0"/>
                <a:ea typeface="Arial Unicode MS" panose="020B0604020202020204" pitchFamily="34" charset="-128"/>
                <a:cs typeface="Arial Unicode MS" panose="020B0604020202020204" pitchFamily="34" charset="-128"/>
              </a:rPr>
              <a:t>maximus</a:t>
            </a:r>
            <a:r>
              <a:rPr lang="es-ES" sz="10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000" dirty="0" err="1">
                <a:latin typeface="ABC Monument Grotesk Thin" panose="020B0204040202060203" pitchFamily="34" charset="0"/>
                <a:ea typeface="Arial Unicode MS" panose="020B0604020202020204" pitchFamily="34" charset="-128"/>
                <a:cs typeface="Arial Unicode MS" panose="020B0604020202020204" pitchFamily="34" charset="-128"/>
              </a:rPr>
              <a:t>dui</a:t>
            </a:r>
            <a:r>
              <a:rPr lang="es-ES" sz="1000" dirty="0">
                <a:latin typeface="ABC Monument Grotesk Thin" panose="020B0204040202060203" pitchFamily="34" charset="0"/>
                <a:ea typeface="Arial Unicode MS" panose="020B0604020202020204" pitchFamily="34" charset="-128"/>
                <a:cs typeface="Arial Unicode MS" panose="020B0604020202020204" pitchFamily="34" charset="-128"/>
              </a:rPr>
              <a:t> justo </a:t>
            </a:r>
            <a:r>
              <a:rPr lang="es-ES" sz="1000" dirty="0" err="1">
                <a:latin typeface="ABC Monument Grotesk Thin" panose="020B0204040202060203" pitchFamily="34" charset="0"/>
                <a:ea typeface="Arial Unicode MS" panose="020B0604020202020204" pitchFamily="34" charset="-128"/>
                <a:cs typeface="Arial Unicode MS" panose="020B0604020202020204" pitchFamily="34" charset="-128"/>
              </a:rPr>
              <a:t>eu</a:t>
            </a:r>
            <a:r>
              <a:rPr lang="es-ES" sz="10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000" dirty="0" err="1">
                <a:latin typeface="ABC Monument Grotesk Thin" panose="020B0204040202060203" pitchFamily="34" charset="0"/>
                <a:ea typeface="Arial Unicode MS" panose="020B0604020202020204" pitchFamily="34" charset="-128"/>
                <a:cs typeface="Arial Unicode MS" panose="020B0604020202020204" pitchFamily="34" charset="-128"/>
              </a:rPr>
              <a:t>lorem</a:t>
            </a:r>
            <a:r>
              <a:rPr lang="es-ES" sz="1000" dirty="0">
                <a:latin typeface="ABC Monument Grotesk Thin" panose="020B0204040202060203" pitchFamily="34" charset="0"/>
                <a:ea typeface="Arial Unicode MS" panose="020B0604020202020204" pitchFamily="34" charset="-128"/>
                <a:cs typeface="Arial Unicode MS" panose="020B0604020202020204" pitchFamily="34" charset="-128"/>
              </a:rPr>
              <a:t>. Sed lacinia </a:t>
            </a:r>
            <a:r>
              <a:rPr lang="es-ES" sz="1000" dirty="0" err="1">
                <a:latin typeface="ABC Monument Grotesk Thin" panose="020B0204040202060203" pitchFamily="34" charset="0"/>
                <a:ea typeface="Arial Unicode MS" panose="020B0604020202020204" pitchFamily="34" charset="-128"/>
                <a:cs typeface="Arial Unicode MS" panose="020B0604020202020204" pitchFamily="34" charset="-128"/>
              </a:rPr>
              <a:t>est</a:t>
            </a:r>
            <a:r>
              <a:rPr lang="es-ES" sz="1000" dirty="0">
                <a:latin typeface="ABC Monument Grotesk Thin" panose="020B0204040202060203" pitchFamily="34" charset="0"/>
                <a:ea typeface="Arial Unicode MS" panose="020B0604020202020204" pitchFamily="34" charset="-128"/>
                <a:cs typeface="Arial Unicode MS" panose="020B0604020202020204" pitchFamily="34" charset="-128"/>
              </a:rPr>
              <a:t> et </a:t>
            </a:r>
            <a:r>
              <a:rPr lang="es-ES" sz="1000" dirty="0" err="1">
                <a:latin typeface="ABC Monument Grotesk Thin" panose="020B0204040202060203" pitchFamily="34" charset="0"/>
                <a:ea typeface="Arial Unicode MS" panose="020B0604020202020204" pitchFamily="34" charset="-128"/>
                <a:cs typeface="Arial Unicode MS" panose="020B0604020202020204" pitchFamily="34" charset="-128"/>
              </a:rPr>
              <a:t>eleifend</a:t>
            </a:r>
            <a:r>
              <a:rPr lang="es-ES" sz="10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000" dirty="0" err="1">
                <a:latin typeface="ABC Monument Grotesk Thin" panose="020B0204040202060203" pitchFamily="34" charset="0"/>
                <a:ea typeface="Arial Unicode MS" panose="020B0604020202020204" pitchFamily="34" charset="-128"/>
                <a:cs typeface="Arial Unicode MS" panose="020B0604020202020204" pitchFamily="34" charset="-128"/>
              </a:rPr>
              <a:t>mattis</a:t>
            </a:r>
            <a:r>
              <a:rPr lang="es-ES" sz="1000" dirty="0">
                <a:latin typeface="ABC Monument Grotesk Thin" panose="020B0204040202060203" pitchFamily="34" charset="0"/>
                <a:ea typeface="Arial Unicode MS" panose="020B0604020202020204" pitchFamily="34" charset="-128"/>
                <a:cs typeface="Arial Unicode MS" panose="020B0604020202020204" pitchFamily="34" charset="-128"/>
              </a:rPr>
              <a:t>. Sed in urna sed justo </a:t>
            </a:r>
            <a:r>
              <a:rPr lang="es-ES" sz="1000" dirty="0" err="1">
                <a:latin typeface="ABC Monument Grotesk Thin" panose="020B0204040202060203" pitchFamily="34" charset="0"/>
                <a:ea typeface="Arial Unicode MS" panose="020B0604020202020204" pitchFamily="34" charset="-128"/>
                <a:cs typeface="Arial Unicode MS" panose="020B0604020202020204" pitchFamily="34" charset="-128"/>
              </a:rPr>
              <a:t>iaculis</a:t>
            </a:r>
            <a:r>
              <a:rPr lang="es-ES" sz="10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000" dirty="0" err="1">
                <a:latin typeface="ABC Monument Grotesk Thin" panose="020B0204040202060203" pitchFamily="34" charset="0"/>
                <a:ea typeface="Arial Unicode MS" panose="020B0604020202020204" pitchFamily="34" charset="-128"/>
                <a:cs typeface="Arial Unicode MS" panose="020B0604020202020204" pitchFamily="34" charset="-128"/>
              </a:rPr>
              <a:t>gravida</a:t>
            </a:r>
            <a:r>
              <a:rPr lang="es-ES" sz="1000" dirty="0">
                <a:latin typeface="ABC Monument Grotesk Thin" panose="020B0204040202060203" pitchFamily="34" charset="0"/>
                <a:ea typeface="Arial Unicode MS" panose="020B0604020202020204" pitchFamily="34" charset="-128"/>
                <a:cs typeface="Arial Unicode MS" panose="020B0604020202020204" pitchFamily="34" charset="-128"/>
              </a:rPr>
              <a:t> in ut </a:t>
            </a:r>
            <a:r>
              <a:rPr lang="es-ES" sz="1000" dirty="0" err="1">
                <a:latin typeface="ABC Monument Grotesk Thin" panose="020B0204040202060203" pitchFamily="34" charset="0"/>
                <a:ea typeface="Arial Unicode MS" panose="020B0604020202020204" pitchFamily="34" charset="-128"/>
                <a:cs typeface="Arial Unicode MS" panose="020B0604020202020204" pitchFamily="34" charset="-128"/>
              </a:rPr>
              <a:t>quam</a:t>
            </a:r>
            <a:r>
              <a:rPr lang="es-ES" sz="10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000" dirty="0" err="1">
                <a:latin typeface="ABC Monument Grotesk Thin" panose="020B0204040202060203" pitchFamily="34" charset="0"/>
                <a:ea typeface="Arial Unicode MS" panose="020B0604020202020204" pitchFamily="34" charset="-128"/>
                <a:cs typeface="Arial Unicode MS" panose="020B0604020202020204" pitchFamily="34" charset="-128"/>
              </a:rPr>
              <a:t>Proin</a:t>
            </a:r>
            <a:r>
              <a:rPr lang="es-ES" sz="1000" dirty="0">
                <a:latin typeface="ABC Monument Grotesk Thin" panose="020B0204040202060203" pitchFamily="34" charset="0"/>
                <a:ea typeface="Arial Unicode MS" panose="020B0604020202020204" pitchFamily="34" charset="-128"/>
                <a:cs typeface="Arial Unicode MS" panose="020B0604020202020204" pitchFamily="34" charset="-128"/>
              </a:rPr>
              <a:t> porta </a:t>
            </a:r>
            <a:r>
              <a:rPr lang="es-ES" sz="1000" dirty="0" err="1">
                <a:latin typeface="ABC Monument Grotesk Thin" panose="020B0204040202060203" pitchFamily="34" charset="0"/>
                <a:ea typeface="Arial Unicode MS" panose="020B0604020202020204" pitchFamily="34" charset="-128"/>
                <a:cs typeface="Arial Unicode MS" panose="020B0604020202020204" pitchFamily="34" charset="-128"/>
              </a:rPr>
              <a:t>enim</a:t>
            </a:r>
            <a:r>
              <a:rPr lang="es-ES" sz="1000" dirty="0">
                <a:latin typeface="ABC Monument Grotesk Thin" panose="020B0204040202060203" pitchFamily="34" charset="0"/>
                <a:ea typeface="Arial Unicode MS" panose="020B0604020202020204" pitchFamily="34" charset="-128"/>
                <a:cs typeface="Arial Unicode MS" panose="020B0604020202020204" pitchFamily="34" charset="-128"/>
              </a:rPr>
              <a:t> et </a:t>
            </a:r>
            <a:r>
              <a:rPr lang="es-ES" sz="1000" dirty="0" err="1">
                <a:latin typeface="ABC Monument Grotesk Thin" panose="020B0204040202060203" pitchFamily="34" charset="0"/>
                <a:ea typeface="Arial Unicode MS" panose="020B0604020202020204" pitchFamily="34" charset="-128"/>
                <a:cs typeface="Arial Unicode MS" panose="020B0604020202020204" pitchFamily="34" charset="-128"/>
              </a:rPr>
              <a:t>sodales</a:t>
            </a:r>
            <a:r>
              <a:rPr lang="es-ES" sz="10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000" dirty="0" err="1">
                <a:latin typeface="ABC Monument Grotesk Thin" panose="020B0204040202060203" pitchFamily="34" charset="0"/>
                <a:ea typeface="Arial Unicode MS" panose="020B0604020202020204" pitchFamily="34" charset="-128"/>
                <a:cs typeface="Arial Unicode MS" panose="020B0604020202020204" pitchFamily="34" charset="-128"/>
              </a:rPr>
              <a:t>rutrum</a:t>
            </a:r>
            <a:endParaRPr lang="es-ES" sz="1000" dirty="0">
              <a:latin typeface="ABC Monument Grotesk Thin" panose="020B0204040202060203" pitchFamily="34" charset="0"/>
            </a:endParaRPr>
          </a:p>
        </p:txBody>
      </p:sp>
      <p:sp>
        <p:nvSpPr>
          <p:cNvPr id="15" name="Rectángulo 14">
            <a:extLst>
              <a:ext uri="{FF2B5EF4-FFF2-40B4-BE49-F238E27FC236}">
                <a16:creationId xmlns:a16="http://schemas.microsoft.com/office/drawing/2014/main" id="{D1744A3F-E093-EE6A-BF68-62874C91B7F7}"/>
              </a:ext>
            </a:extLst>
          </p:cNvPr>
          <p:cNvSpPr/>
          <p:nvPr/>
        </p:nvSpPr>
        <p:spPr>
          <a:xfrm>
            <a:off x="681988" y="4292066"/>
            <a:ext cx="5868000" cy="1224000"/>
          </a:xfrm>
          <a:prstGeom prst="rect">
            <a:avLst/>
          </a:prstGeom>
          <a:solidFill>
            <a:schemeClr val="bg1"/>
          </a:solidFill>
          <a:ln w="12700" cap="flat">
            <a:solidFill>
              <a:srgbClr val="AC9F92"/>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s-E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rPr>
              <a:t>7</a:t>
            </a:r>
          </a:p>
        </p:txBody>
      </p:sp>
      <p:sp>
        <p:nvSpPr>
          <p:cNvPr id="16" name="Rectángulo 15">
            <a:extLst>
              <a:ext uri="{FF2B5EF4-FFF2-40B4-BE49-F238E27FC236}">
                <a16:creationId xmlns:a16="http://schemas.microsoft.com/office/drawing/2014/main" id="{B853B18C-047B-517A-1F0D-2B6D720A1314}"/>
              </a:ext>
            </a:extLst>
          </p:cNvPr>
          <p:cNvSpPr/>
          <p:nvPr/>
        </p:nvSpPr>
        <p:spPr>
          <a:xfrm>
            <a:off x="681988" y="4284497"/>
            <a:ext cx="5868000" cy="1277273"/>
          </a:xfrm>
          <a:prstGeom prst="rect">
            <a:avLst/>
          </a:prstGeom>
        </p:spPr>
        <p:txBody>
          <a:bodyPr wrap="square">
            <a:spAutoFit/>
          </a:bodyPr>
          <a:lstStyle>
            <a:defPPr>
              <a:defRPr lang="es-ES"/>
            </a:defPPr>
            <a:lvl1pPr marL="0" algn="l" defTabSz="829818" rtl="0" eaLnBrk="1" latinLnBrk="0" hangingPunct="1">
              <a:defRPr sz="1634" kern="1200">
                <a:solidFill>
                  <a:schemeClr val="tx1"/>
                </a:solidFill>
                <a:latin typeface="+mn-lt"/>
                <a:ea typeface="+mn-ea"/>
                <a:cs typeface="+mn-cs"/>
              </a:defRPr>
            </a:lvl1pPr>
            <a:lvl2pPr marL="414909" algn="l" defTabSz="829818" rtl="0" eaLnBrk="1" latinLnBrk="0" hangingPunct="1">
              <a:defRPr sz="1634" kern="1200">
                <a:solidFill>
                  <a:schemeClr val="tx1"/>
                </a:solidFill>
                <a:latin typeface="+mn-lt"/>
                <a:ea typeface="+mn-ea"/>
                <a:cs typeface="+mn-cs"/>
              </a:defRPr>
            </a:lvl2pPr>
            <a:lvl3pPr marL="829818" algn="l" defTabSz="829818" rtl="0" eaLnBrk="1" latinLnBrk="0" hangingPunct="1">
              <a:defRPr sz="1634" kern="1200">
                <a:solidFill>
                  <a:schemeClr val="tx1"/>
                </a:solidFill>
                <a:latin typeface="+mn-lt"/>
                <a:ea typeface="+mn-ea"/>
                <a:cs typeface="+mn-cs"/>
              </a:defRPr>
            </a:lvl3pPr>
            <a:lvl4pPr marL="1244727" algn="l" defTabSz="829818" rtl="0" eaLnBrk="1" latinLnBrk="0" hangingPunct="1">
              <a:defRPr sz="1634" kern="1200">
                <a:solidFill>
                  <a:schemeClr val="tx1"/>
                </a:solidFill>
                <a:latin typeface="+mn-lt"/>
                <a:ea typeface="+mn-ea"/>
                <a:cs typeface="+mn-cs"/>
              </a:defRPr>
            </a:lvl4pPr>
            <a:lvl5pPr marL="1659636" algn="l" defTabSz="829818" rtl="0" eaLnBrk="1" latinLnBrk="0" hangingPunct="1">
              <a:defRPr sz="1634" kern="1200">
                <a:solidFill>
                  <a:schemeClr val="tx1"/>
                </a:solidFill>
                <a:latin typeface="+mn-lt"/>
                <a:ea typeface="+mn-ea"/>
                <a:cs typeface="+mn-cs"/>
              </a:defRPr>
            </a:lvl5pPr>
            <a:lvl6pPr marL="2074545" algn="l" defTabSz="829818" rtl="0" eaLnBrk="1" latinLnBrk="0" hangingPunct="1">
              <a:defRPr sz="1634" kern="1200">
                <a:solidFill>
                  <a:schemeClr val="tx1"/>
                </a:solidFill>
                <a:latin typeface="+mn-lt"/>
                <a:ea typeface="+mn-ea"/>
                <a:cs typeface="+mn-cs"/>
              </a:defRPr>
            </a:lvl6pPr>
            <a:lvl7pPr marL="2489454" algn="l" defTabSz="829818" rtl="0" eaLnBrk="1" latinLnBrk="0" hangingPunct="1">
              <a:defRPr sz="1634" kern="1200">
                <a:solidFill>
                  <a:schemeClr val="tx1"/>
                </a:solidFill>
                <a:latin typeface="+mn-lt"/>
                <a:ea typeface="+mn-ea"/>
                <a:cs typeface="+mn-cs"/>
              </a:defRPr>
            </a:lvl7pPr>
            <a:lvl8pPr marL="2904363" algn="l" defTabSz="829818" rtl="0" eaLnBrk="1" latinLnBrk="0" hangingPunct="1">
              <a:defRPr sz="1634" kern="1200">
                <a:solidFill>
                  <a:schemeClr val="tx1"/>
                </a:solidFill>
                <a:latin typeface="+mn-lt"/>
                <a:ea typeface="+mn-ea"/>
                <a:cs typeface="+mn-cs"/>
              </a:defRPr>
            </a:lvl8pPr>
            <a:lvl9pPr marL="3319272" algn="l" defTabSz="829818" rtl="0" eaLnBrk="1" latinLnBrk="0" hangingPunct="1">
              <a:defRPr sz="1634" kern="1200">
                <a:solidFill>
                  <a:schemeClr val="tx1"/>
                </a:solidFill>
                <a:latin typeface="+mn-lt"/>
                <a:ea typeface="+mn-ea"/>
                <a:cs typeface="+mn-cs"/>
              </a:defRPr>
            </a:lvl9pPr>
          </a:lstStyle>
          <a:p>
            <a:pPr algn="just"/>
            <a:r>
              <a:rPr lang="es-ES" sz="1100" dirty="0">
                <a:latin typeface="ABC Monument Grotesk Medium" panose="020B0604040202060203" pitchFamily="34" charset="0"/>
              </a:rPr>
              <a:t>Riesgos a cubrir: </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Lorem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ipsum</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dolor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sit</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amet</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consectetur</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adipiscing</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elit</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Praesent</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id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enim</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sed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lacus</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vehicula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cursus</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id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eget</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neque.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Fusce</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blandit</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eleifend</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pharetra</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Phasellus</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consectetur</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id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purus</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in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bibendum</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Quisque ornare, nunc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vel</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faucibus</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fringilla</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ex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sem</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convallis</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lectus</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eu</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maximus</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dui</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justo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eu</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lorem</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Sed lacinia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est</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et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eleifend</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mattis</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Sed in urna sed justo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iaculis</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gravida</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in ut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quam</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Proin</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porta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enim</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et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sodales</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rutrum</a:t>
            </a:r>
            <a:endParaRPr lang="es-ES" sz="1100" dirty="0">
              <a:latin typeface="ABC Monument Grotesk Light" panose="020B0304040202060203" pitchFamily="34" charset="0"/>
            </a:endParaRPr>
          </a:p>
          <a:p>
            <a:pPr algn="just"/>
            <a:endParaRPr lang="es-ES" sz="1100" dirty="0">
              <a:latin typeface="ABC Monument Grotesk Light" panose="020B0304040202060203" pitchFamily="34" charset="0"/>
            </a:endParaRPr>
          </a:p>
          <a:p>
            <a:pPr algn="just"/>
            <a:endParaRPr lang="es-ES" sz="1100" dirty="0">
              <a:latin typeface="ABC Monument Grotesk Thin" panose="020B0204040202060203" pitchFamily="34" charset="0"/>
            </a:endParaRPr>
          </a:p>
        </p:txBody>
      </p:sp>
      <p:sp>
        <p:nvSpPr>
          <p:cNvPr id="21" name="Rectángulo 20">
            <a:extLst>
              <a:ext uri="{FF2B5EF4-FFF2-40B4-BE49-F238E27FC236}">
                <a16:creationId xmlns:a16="http://schemas.microsoft.com/office/drawing/2014/main" id="{24D8AB8C-F07A-92AC-C48C-0C06C20239DC}"/>
              </a:ext>
            </a:extLst>
          </p:cNvPr>
          <p:cNvSpPr/>
          <p:nvPr/>
        </p:nvSpPr>
        <p:spPr>
          <a:xfrm>
            <a:off x="681989" y="5611571"/>
            <a:ext cx="5868000" cy="720000"/>
          </a:xfrm>
          <a:prstGeom prst="rect">
            <a:avLst/>
          </a:prstGeom>
          <a:solidFill>
            <a:schemeClr val="bg1"/>
          </a:solidFill>
          <a:ln w="12700" cap="flat">
            <a:solidFill>
              <a:srgbClr val="AC9F92"/>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s-E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rPr>
              <a:t>7</a:t>
            </a:r>
          </a:p>
        </p:txBody>
      </p:sp>
      <p:sp>
        <p:nvSpPr>
          <p:cNvPr id="22" name="Rectángulo 21">
            <a:extLst>
              <a:ext uri="{FF2B5EF4-FFF2-40B4-BE49-F238E27FC236}">
                <a16:creationId xmlns:a16="http://schemas.microsoft.com/office/drawing/2014/main" id="{2DA95642-CD01-F4B9-9073-71549BBD3901}"/>
              </a:ext>
            </a:extLst>
          </p:cNvPr>
          <p:cNvSpPr/>
          <p:nvPr/>
        </p:nvSpPr>
        <p:spPr>
          <a:xfrm>
            <a:off x="681988" y="5645998"/>
            <a:ext cx="5868000" cy="769441"/>
          </a:xfrm>
          <a:prstGeom prst="rect">
            <a:avLst/>
          </a:prstGeom>
        </p:spPr>
        <p:txBody>
          <a:bodyPr wrap="square">
            <a:spAutoFit/>
          </a:bodyPr>
          <a:lstStyle>
            <a:defPPr>
              <a:defRPr lang="es-ES"/>
            </a:defPPr>
            <a:lvl1pPr marL="0" algn="l" defTabSz="829818" rtl="0" eaLnBrk="1" latinLnBrk="0" hangingPunct="1">
              <a:defRPr sz="1634" kern="1200">
                <a:solidFill>
                  <a:schemeClr val="tx1"/>
                </a:solidFill>
                <a:latin typeface="+mn-lt"/>
                <a:ea typeface="+mn-ea"/>
                <a:cs typeface="+mn-cs"/>
              </a:defRPr>
            </a:lvl1pPr>
            <a:lvl2pPr marL="414909" algn="l" defTabSz="829818" rtl="0" eaLnBrk="1" latinLnBrk="0" hangingPunct="1">
              <a:defRPr sz="1634" kern="1200">
                <a:solidFill>
                  <a:schemeClr val="tx1"/>
                </a:solidFill>
                <a:latin typeface="+mn-lt"/>
                <a:ea typeface="+mn-ea"/>
                <a:cs typeface="+mn-cs"/>
              </a:defRPr>
            </a:lvl2pPr>
            <a:lvl3pPr marL="829818" algn="l" defTabSz="829818" rtl="0" eaLnBrk="1" latinLnBrk="0" hangingPunct="1">
              <a:defRPr sz="1634" kern="1200">
                <a:solidFill>
                  <a:schemeClr val="tx1"/>
                </a:solidFill>
                <a:latin typeface="+mn-lt"/>
                <a:ea typeface="+mn-ea"/>
                <a:cs typeface="+mn-cs"/>
              </a:defRPr>
            </a:lvl3pPr>
            <a:lvl4pPr marL="1244727" algn="l" defTabSz="829818" rtl="0" eaLnBrk="1" latinLnBrk="0" hangingPunct="1">
              <a:defRPr sz="1634" kern="1200">
                <a:solidFill>
                  <a:schemeClr val="tx1"/>
                </a:solidFill>
                <a:latin typeface="+mn-lt"/>
                <a:ea typeface="+mn-ea"/>
                <a:cs typeface="+mn-cs"/>
              </a:defRPr>
            </a:lvl4pPr>
            <a:lvl5pPr marL="1659636" algn="l" defTabSz="829818" rtl="0" eaLnBrk="1" latinLnBrk="0" hangingPunct="1">
              <a:defRPr sz="1634" kern="1200">
                <a:solidFill>
                  <a:schemeClr val="tx1"/>
                </a:solidFill>
                <a:latin typeface="+mn-lt"/>
                <a:ea typeface="+mn-ea"/>
                <a:cs typeface="+mn-cs"/>
              </a:defRPr>
            </a:lvl5pPr>
            <a:lvl6pPr marL="2074545" algn="l" defTabSz="829818" rtl="0" eaLnBrk="1" latinLnBrk="0" hangingPunct="1">
              <a:defRPr sz="1634" kern="1200">
                <a:solidFill>
                  <a:schemeClr val="tx1"/>
                </a:solidFill>
                <a:latin typeface="+mn-lt"/>
                <a:ea typeface="+mn-ea"/>
                <a:cs typeface="+mn-cs"/>
              </a:defRPr>
            </a:lvl6pPr>
            <a:lvl7pPr marL="2489454" algn="l" defTabSz="829818" rtl="0" eaLnBrk="1" latinLnBrk="0" hangingPunct="1">
              <a:defRPr sz="1634" kern="1200">
                <a:solidFill>
                  <a:schemeClr val="tx1"/>
                </a:solidFill>
                <a:latin typeface="+mn-lt"/>
                <a:ea typeface="+mn-ea"/>
                <a:cs typeface="+mn-cs"/>
              </a:defRPr>
            </a:lvl7pPr>
            <a:lvl8pPr marL="2904363" algn="l" defTabSz="829818" rtl="0" eaLnBrk="1" latinLnBrk="0" hangingPunct="1">
              <a:defRPr sz="1634" kern="1200">
                <a:solidFill>
                  <a:schemeClr val="tx1"/>
                </a:solidFill>
                <a:latin typeface="+mn-lt"/>
                <a:ea typeface="+mn-ea"/>
                <a:cs typeface="+mn-cs"/>
              </a:defRPr>
            </a:lvl8pPr>
            <a:lvl9pPr marL="3319272" algn="l" defTabSz="829818" rtl="0" eaLnBrk="1" latinLnBrk="0" hangingPunct="1">
              <a:defRPr sz="1634" kern="1200">
                <a:solidFill>
                  <a:schemeClr val="tx1"/>
                </a:solidFill>
                <a:latin typeface="+mn-lt"/>
                <a:ea typeface="+mn-ea"/>
                <a:cs typeface="+mn-cs"/>
              </a:defRPr>
            </a:lvl9pPr>
          </a:lstStyle>
          <a:p>
            <a:pPr algn="just"/>
            <a:r>
              <a:rPr lang="es-ES" sz="1100" dirty="0">
                <a:latin typeface="ABC Monument Grotesk Medium" panose="020B0604040202060203" pitchFamily="34" charset="0"/>
              </a:rPr>
              <a:t>Alcance de la auditoría: </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Lorem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ipsum</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dolor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sit</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amet</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consectetur</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adipiscing</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elit</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Praesent</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id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enim</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sed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lacus</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vehicula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cursus</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id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eget</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neque.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Fusce</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blandit</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eleifend</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pharetra</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Phasellus</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consectetur</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id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purus</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in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bibendum</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Quisque ornare, nunc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vel</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faucibus</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fringilla</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ex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sem</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convallis</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lectus</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eu</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maximus</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dui</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justo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eu</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lorem</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Sed lacinia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est</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et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eleifend</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mattis</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a:t>
            </a:r>
            <a:endParaRPr lang="es-ES" sz="1100" dirty="0">
              <a:latin typeface="ABC Monument Grotesk Medium" panose="020B0604040202060203" pitchFamily="34" charset="0"/>
            </a:endParaRPr>
          </a:p>
        </p:txBody>
      </p:sp>
    </p:spTree>
    <p:extLst>
      <p:ext uri="{BB962C8B-B14F-4D97-AF65-F5344CB8AC3E}">
        <p14:creationId xmlns:p14="http://schemas.microsoft.com/office/powerpoint/2010/main" val="26452236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7202F7-63CA-207A-20A3-05BB2553F4DD}"/>
            </a:ext>
          </a:extLst>
        </p:cNvPr>
        <p:cNvGrpSpPr/>
        <p:nvPr/>
      </p:nvGrpSpPr>
      <p:grpSpPr>
        <a:xfrm>
          <a:off x="0" y="0"/>
          <a:ext cx="0" cy="0"/>
          <a:chOff x="0" y="0"/>
          <a:chExt cx="0" cy="0"/>
        </a:xfrm>
      </p:grpSpPr>
      <p:sp>
        <p:nvSpPr>
          <p:cNvPr id="6" name="object 4">
            <a:extLst>
              <a:ext uri="{FF2B5EF4-FFF2-40B4-BE49-F238E27FC236}">
                <a16:creationId xmlns:a16="http://schemas.microsoft.com/office/drawing/2014/main" id="{7594F7F6-E8E4-68F1-4FDA-59E76FE46EE8}"/>
              </a:ext>
            </a:extLst>
          </p:cNvPr>
          <p:cNvSpPr txBox="1"/>
          <p:nvPr/>
        </p:nvSpPr>
        <p:spPr>
          <a:xfrm>
            <a:off x="879802" y="1309126"/>
            <a:ext cx="9942185" cy="3938831"/>
          </a:xfrm>
          <a:prstGeom prst="rect">
            <a:avLst/>
          </a:prstGeom>
        </p:spPr>
        <p:txBody>
          <a:bodyPr vert="horz" wrap="square" lIns="0" tIns="0" rIns="0" bIns="0" rtlCol="0">
            <a:noAutofit/>
          </a:bodyPr>
          <a:lstStyle>
            <a:defPPr>
              <a:defRPr lang="es-ES"/>
            </a:defPPr>
            <a:lvl1pPr marL="0" algn="l" defTabSz="829818" rtl="0" eaLnBrk="1" latinLnBrk="0" hangingPunct="1">
              <a:defRPr sz="1634" kern="1200">
                <a:solidFill>
                  <a:schemeClr val="tx1"/>
                </a:solidFill>
                <a:latin typeface="+mn-lt"/>
                <a:ea typeface="+mn-ea"/>
                <a:cs typeface="+mn-cs"/>
              </a:defRPr>
            </a:lvl1pPr>
            <a:lvl2pPr marL="414909" algn="l" defTabSz="829818" rtl="0" eaLnBrk="1" latinLnBrk="0" hangingPunct="1">
              <a:defRPr sz="1634" kern="1200">
                <a:solidFill>
                  <a:schemeClr val="tx1"/>
                </a:solidFill>
                <a:latin typeface="+mn-lt"/>
                <a:ea typeface="+mn-ea"/>
                <a:cs typeface="+mn-cs"/>
              </a:defRPr>
            </a:lvl2pPr>
            <a:lvl3pPr marL="829818" algn="l" defTabSz="829818" rtl="0" eaLnBrk="1" latinLnBrk="0" hangingPunct="1">
              <a:defRPr sz="1634" kern="1200">
                <a:solidFill>
                  <a:schemeClr val="tx1"/>
                </a:solidFill>
                <a:latin typeface="+mn-lt"/>
                <a:ea typeface="+mn-ea"/>
                <a:cs typeface="+mn-cs"/>
              </a:defRPr>
            </a:lvl3pPr>
            <a:lvl4pPr marL="1244727" algn="l" defTabSz="829818" rtl="0" eaLnBrk="1" latinLnBrk="0" hangingPunct="1">
              <a:defRPr sz="1634" kern="1200">
                <a:solidFill>
                  <a:schemeClr val="tx1"/>
                </a:solidFill>
                <a:latin typeface="+mn-lt"/>
                <a:ea typeface="+mn-ea"/>
                <a:cs typeface="+mn-cs"/>
              </a:defRPr>
            </a:lvl4pPr>
            <a:lvl5pPr marL="1659636" algn="l" defTabSz="829818" rtl="0" eaLnBrk="1" latinLnBrk="0" hangingPunct="1">
              <a:defRPr sz="1634" kern="1200">
                <a:solidFill>
                  <a:schemeClr val="tx1"/>
                </a:solidFill>
                <a:latin typeface="+mn-lt"/>
                <a:ea typeface="+mn-ea"/>
                <a:cs typeface="+mn-cs"/>
              </a:defRPr>
            </a:lvl5pPr>
            <a:lvl6pPr marL="2074545" algn="l" defTabSz="829818" rtl="0" eaLnBrk="1" latinLnBrk="0" hangingPunct="1">
              <a:defRPr sz="1634" kern="1200">
                <a:solidFill>
                  <a:schemeClr val="tx1"/>
                </a:solidFill>
                <a:latin typeface="+mn-lt"/>
                <a:ea typeface="+mn-ea"/>
                <a:cs typeface="+mn-cs"/>
              </a:defRPr>
            </a:lvl6pPr>
            <a:lvl7pPr marL="2489454" algn="l" defTabSz="829818" rtl="0" eaLnBrk="1" latinLnBrk="0" hangingPunct="1">
              <a:defRPr sz="1634" kern="1200">
                <a:solidFill>
                  <a:schemeClr val="tx1"/>
                </a:solidFill>
                <a:latin typeface="+mn-lt"/>
                <a:ea typeface="+mn-ea"/>
                <a:cs typeface="+mn-cs"/>
              </a:defRPr>
            </a:lvl7pPr>
            <a:lvl8pPr marL="2904363" algn="l" defTabSz="829818" rtl="0" eaLnBrk="1" latinLnBrk="0" hangingPunct="1">
              <a:defRPr sz="1634" kern="1200">
                <a:solidFill>
                  <a:schemeClr val="tx1"/>
                </a:solidFill>
                <a:latin typeface="+mn-lt"/>
                <a:ea typeface="+mn-ea"/>
                <a:cs typeface="+mn-cs"/>
              </a:defRPr>
            </a:lvl8pPr>
            <a:lvl9pPr marL="3319272" algn="l" defTabSz="829818" rtl="0" eaLnBrk="1" latinLnBrk="0" hangingPunct="1">
              <a:defRPr sz="1634" kern="1200">
                <a:solidFill>
                  <a:schemeClr val="tx1"/>
                </a:solidFill>
                <a:latin typeface="+mn-lt"/>
                <a:ea typeface="+mn-ea"/>
                <a:cs typeface="+mn-cs"/>
              </a:defRPr>
            </a:lvl9pPr>
          </a:lstStyle>
          <a:p>
            <a:pPr marL="10950">
              <a:buClr>
                <a:srgbClr val="17375E"/>
              </a:buClr>
              <a:buSzPct val="121739"/>
              <a:tabLst>
                <a:tab pos="440906" algn="l"/>
              </a:tabLst>
            </a:pPr>
            <a:r>
              <a:rPr lang="es-ES" sz="2200">
                <a:latin typeface="ABC Monument Grotesk Thin" panose="020B0204040202060203" pitchFamily="34" charset="0"/>
                <a:cs typeface="Times New Roman"/>
              </a:rPr>
              <a:t>Introducción</a:t>
            </a:r>
          </a:p>
          <a:p>
            <a:pPr marL="10950">
              <a:buClr>
                <a:srgbClr val="17375E"/>
              </a:buClr>
              <a:buSzPct val="121739"/>
              <a:tabLst>
                <a:tab pos="440906" algn="l"/>
              </a:tabLst>
            </a:pPr>
            <a:endParaRPr lang="es-ES" sz="2000">
              <a:latin typeface="ABC Monument Grotesk Thin" panose="020B0204040202060203" pitchFamily="34" charset="0"/>
              <a:cs typeface="Times New Roman"/>
            </a:endParaRPr>
          </a:p>
          <a:p>
            <a:pPr marL="10950">
              <a:buClr>
                <a:srgbClr val="17375E"/>
              </a:buClr>
              <a:buSzPct val="121739"/>
              <a:tabLst>
                <a:tab pos="440906" algn="l"/>
              </a:tabLst>
            </a:pPr>
            <a:endParaRPr lang="es-ES" sz="2000">
              <a:latin typeface="ABC Monument Grotesk Thin" panose="020B0204040202060203" pitchFamily="34" charset="0"/>
              <a:cs typeface="Times New Roman"/>
            </a:endParaRPr>
          </a:p>
          <a:p>
            <a:pPr marL="10950">
              <a:buClr>
                <a:srgbClr val="17375E"/>
              </a:buClr>
              <a:buSzPct val="121739"/>
              <a:tabLst>
                <a:tab pos="440906" algn="l"/>
              </a:tabLst>
            </a:pPr>
            <a:r>
              <a:rPr lang="es-ES" sz="5400">
                <a:latin typeface="ABC Monument Grotesk" panose="020B0504040202060203" pitchFamily="34" charset="0"/>
                <a:cs typeface="Times New Roman"/>
              </a:rPr>
              <a:t>Resumen ejecutivo</a:t>
            </a:r>
          </a:p>
          <a:p>
            <a:pPr marL="10950">
              <a:buClr>
                <a:srgbClr val="17375E"/>
              </a:buClr>
              <a:buSzPct val="121739"/>
              <a:tabLst>
                <a:tab pos="440906" algn="l"/>
              </a:tabLst>
            </a:pPr>
            <a:endParaRPr lang="es-ES" sz="2000">
              <a:latin typeface="ABC Monument Grotesk Thin" panose="020B0204040202060203" pitchFamily="34" charset="0"/>
              <a:cs typeface="Times New Roman"/>
            </a:endParaRPr>
          </a:p>
          <a:p>
            <a:pPr marL="10950">
              <a:buClr>
                <a:srgbClr val="17375E"/>
              </a:buClr>
              <a:buSzPct val="121739"/>
              <a:tabLst>
                <a:tab pos="440906" algn="l"/>
              </a:tabLst>
            </a:pPr>
            <a:endParaRPr lang="es-ES" sz="2000">
              <a:latin typeface="ABC Monument Grotesk Thin" panose="020B0204040202060203" pitchFamily="34" charset="0"/>
              <a:cs typeface="Times New Roman"/>
            </a:endParaRPr>
          </a:p>
          <a:p>
            <a:pPr marL="10950">
              <a:buClr>
                <a:srgbClr val="17375E"/>
              </a:buClr>
              <a:buSzPct val="121739"/>
              <a:tabLst>
                <a:tab pos="440906" algn="l"/>
              </a:tabLst>
            </a:pPr>
            <a:r>
              <a:rPr lang="es-ES" sz="2200">
                <a:latin typeface="ABC Monument Grotesk Thin" panose="020B0204040202060203" pitchFamily="34" charset="0"/>
                <a:cs typeface="Times New Roman"/>
              </a:rPr>
              <a:t>Detalle de conclusiones</a:t>
            </a:r>
          </a:p>
          <a:p>
            <a:pPr marL="10950">
              <a:buClr>
                <a:srgbClr val="17375E"/>
              </a:buClr>
              <a:buSzPct val="121739"/>
              <a:tabLst>
                <a:tab pos="440906" algn="l"/>
              </a:tabLst>
            </a:pPr>
            <a:endParaRPr lang="es-ES" sz="2200">
              <a:latin typeface="ABC Monument Grotesk Thin" panose="020B0204040202060203" pitchFamily="34" charset="0"/>
              <a:cs typeface="Times New Roman"/>
            </a:endParaRPr>
          </a:p>
          <a:p>
            <a:pPr marL="10950">
              <a:buClr>
                <a:srgbClr val="17375E"/>
              </a:buClr>
              <a:buSzPct val="121739"/>
              <a:tabLst>
                <a:tab pos="440906" algn="l"/>
              </a:tabLst>
            </a:pPr>
            <a:endParaRPr lang="es-ES" sz="2000">
              <a:latin typeface="ABC Monument Grotesk Thin" panose="020B0204040202060203" pitchFamily="34" charset="0"/>
              <a:cs typeface="Times New Roman"/>
            </a:endParaRPr>
          </a:p>
          <a:p>
            <a:pPr marL="10950">
              <a:buClr>
                <a:srgbClr val="17375E"/>
              </a:buClr>
              <a:buSzPct val="121739"/>
              <a:tabLst>
                <a:tab pos="440906" algn="l"/>
              </a:tabLst>
            </a:pPr>
            <a:r>
              <a:rPr lang="es-ES" sz="2200">
                <a:latin typeface="ABC Monument Grotesk Thin" panose="020B0204040202060203" pitchFamily="34" charset="0"/>
                <a:cs typeface="Times New Roman"/>
              </a:rPr>
              <a:t>Sugerencias de mejora</a:t>
            </a:r>
          </a:p>
          <a:p>
            <a:pPr marL="10950">
              <a:buClr>
                <a:srgbClr val="17375E"/>
              </a:buClr>
              <a:buSzPct val="121739"/>
              <a:tabLst>
                <a:tab pos="440906" algn="l"/>
              </a:tabLst>
            </a:pPr>
            <a:endParaRPr lang="es-ES" sz="2200">
              <a:latin typeface="ABC Monument Grotesk Thin" panose="020B0204040202060203" pitchFamily="34" charset="0"/>
              <a:cs typeface="Times New Roman"/>
            </a:endParaRPr>
          </a:p>
          <a:p>
            <a:pPr marL="10950">
              <a:buClr>
                <a:srgbClr val="17375E"/>
              </a:buClr>
              <a:buSzPct val="121739"/>
              <a:tabLst>
                <a:tab pos="440906" algn="l"/>
              </a:tabLst>
            </a:pPr>
            <a:endParaRPr lang="es-ES" sz="2200">
              <a:latin typeface="ABC Monument Grotesk Thin" panose="020B0204040202060203" pitchFamily="34" charset="0"/>
              <a:cs typeface="Times New Roman"/>
            </a:endParaRPr>
          </a:p>
          <a:p>
            <a:pPr marL="10950">
              <a:buClr>
                <a:srgbClr val="17375E"/>
              </a:buClr>
              <a:buSzPct val="121739"/>
              <a:tabLst>
                <a:tab pos="440906" algn="l"/>
              </a:tabLst>
            </a:pPr>
            <a:r>
              <a:rPr lang="es-ES" sz="2200">
                <a:latin typeface="ABC Monument Grotesk Thin" panose="020B0204040202060203" pitchFamily="34" charset="0"/>
                <a:cs typeface="Times New Roman"/>
              </a:rPr>
              <a:t>Anexo</a:t>
            </a:r>
            <a:endParaRPr sz="2200">
              <a:latin typeface="ABC Monument Grotesk Thin" panose="020B0204040202060203" pitchFamily="34" charset="0"/>
              <a:cs typeface="Times New Roman"/>
            </a:endParaRPr>
          </a:p>
        </p:txBody>
      </p:sp>
      <p:cxnSp>
        <p:nvCxnSpPr>
          <p:cNvPr id="8" name="Conector recto 7">
            <a:extLst>
              <a:ext uri="{FF2B5EF4-FFF2-40B4-BE49-F238E27FC236}">
                <a16:creationId xmlns:a16="http://schemas.microsoft.com/office/drawing/2014/main" id="{2053B9FA-E9D9-A82D-D897-68BC2279A15A}"/>
              </a:ext>
            </a:extLst>
          </p:cNvPr>
          <p:cNvCxnSpPr/>
          <p:nvPr/>
        </p:nvCxnSpPr>
        <p:spPr>
          <a:xfrm>
            <a:off x="440803" y="622994"/>
            <a:ext cx="0" cy="550526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Elipse 8">
            <a:extLst>
              <a:ext uri="{FF2B5EF4-FFF2-40B4-BE49-F238E27FC236}">
                <a16:creationId xmlns:a16="http://schemas.microsoft.com/office/drawing/2014/main" id="{90E59CEA-70A6-1995-DEBD-3340FFAEDD92}"/>
              </a:ext>
            </a:extLst>
          </p:cNvPr>
          <p:cNvSpPr/>
          <p:nvPr/>
        </p:nvSpPr>
        <p:spPr>
          <a:xfrm>
            <a:off x="354629" y="1349999"/>
            <a:ext cx="180000" cy="180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Elipse 9">
            <a:extLst>
              <a:ext uri="{FF2B5EF4-FFF2-40B4-BE49-F238E27FC236}">
                <a16:creationId xmlns:a16="http://schemas.microsoft.com/office/drawing/2014/main" id="{918B8692-BC79-105C-CED6-590025E53886}"/>
              </a:ext>
            </a:extLst>
          </p:cNvPr>
          <p:cNvSpPr/>
          <p:nvPr/>
        </p:nvSpPr>
        <p:spPr>
          <a:xfrm>
            <a:off x="354629" y="2555301"/>
            <a:ext cx="180000" cy="180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Elipse 10">
            <a:extLst>
              <a:ext uri="{FF2B5EF4-FFF2-40B4-BE49-F238E27FC236}">
                <a16:creationId xmlns:a16="http://schemas.microsoft.com/office/drawing/2014/main" id="{56C27C5B-FAA5-AC29-E2C6-F68DF536578E}"/>
              </a:ext>
            </a:extLst>
          </p:cNvPr>
          <p:cNvSpPr/>
          <p:nvPr/>
        </p:nvSpPr>
        <p:spPr>
          <a:xfrm>
            <a:off x="354629" y="3745777"/>
            <a:ext cx="180000" cy="180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Elipse 11">
            <a:extLst>
              <a:ext uri="{FF2B5EF4-FFF2-40B4-BE49-F238E27FC236}">
                <a16:creationId xmlns:a16="http://schemas.microsoft.com/office/drawing/2014/main" id="{0BA0E94C-5561-F36D-690F-88DBA9D16ABB}"/>
              </a:ext>
            </a:extLst>
          </p:cNvPr>
          <p:cNvSpPr/>
          <p:nvPr/>
        </p:nvSpPr>
        <p:spPr>
          <a:xfrm>
            <a:off x="354629" y="4708631"/>
            <a:ext cx="180000" cy="180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Elipse 12">
            <a:extLst>
              <a:ext uri="{FF2B5EF4-FFF2-40B4-BE49-F238E27FC236}">
                <a16:creationId xmlns:a16="http://schemas.microsoft.com/office/drawing/2014/main" id="{2725CB3E-51DA-59D1-2A12-76099CB4EED5}"/>
              </a:ext>
            </a:extLst>
          </p:cNvPr>
          <p:cNvSpPr/>
          <p:nvPr/>
        </p:nvSpPr>
        <p:spPr>
          <a:xfrm>
            <a:off x="354629" y="5728805"/>
            <a:ext cx="180000" cy="180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 name="Imagen 9">
            <a:extLst>
              <a:ext uri="{FF2B5EF4-FFF2-40B4-BE49-F238E27FC236}">
                <a16:creationId xmlns:a16="http://schemas.microsoft.com/office/drawing/2014/main" id="{DD3F9F97-5502-A481-BB1F-C4928FC79AC5}"/>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11036174" y="6361995"/>
            <a:ext cx="764324" cy="213122"/>
          </a:xfrm>
          <a:prstGeom prst="rect">
            <a:avLst/>
          </a:prstGeom>
        </p:spPr>
      </p:pic>
    </p:spTree>
    <p:extLst>
      <p:ext uri="{BB962C8B-B14F-4D97-AF65-F5344CB8AC3E}">
        <p14:creationId xmlns:p14="http://schemas.microsoft.com/office/powerpoint/2010/main" val="32282075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descr="Imagen en blanco y negro&#10;&#10;Descripción generada automáticamente con confianza baja">
            <a:extLst>
              <a:ext uri="{FF2B5EF4-FFF2-40B4-BE49-F238E27FC236}">
                <a16:creationId xmlns:a16="http://schemas.microsoft.com/office/drawing/2014/main" id="{B6136C67-EBC4-4AFA-9E30-676399698554}"/>
              </a:ext>
            </a:extLst>
          </p:cNvPr>
          <p:cNvPicPr>
            <a:picLocks noChangeAspect="1"/>
          </p:cNvPicPr>
          <p:nvPr/>
        </p:nvPicPr>
        <p:blipFill rotWithShape="1">
          <a:blip r:embed="rId2" cstate="screen">
            <a:alphaModFix amt="35000"/>
            <a:extLst>
              <a:ext uri="{BEBA8EAE-BF5A-486C-A8C5-ECC9F3942E4B}">
                <a14:imgProps xmlns:a14="http://schemas.microsoft.com/office/drawing/2010/main">
                  <a14:imgLayer r:embed="rId3">
                    <a14:imgEffect>
                      <a14:colorTemperature colorTemp="7200"/>
                    </a14:imgEffect>
                  </a14:imgLayer>
                </a14:imgProps>
              </a:ext>
              <a:ext uri="{28A0092B-C50C-407E-A947-70E740481C1C}">
                <a14:useLocalDpi xmlns:a14="http://schemas.microsoft.com/office/drawing/2010/main"/>
              </a:ext>
            </a:extLst>
          </a:blip>
          <a:srcRect l="1532" t="25528" r="86202" b="5360"/>
          <a:stretch/>
        </p:blipFill>
        <p:spPr>
          <a:xfrm>
            <a:off x="324964" y="1082322"/>
            <a:ext cx="6061540" cy="5688000"/>
          </a:xfrm>
          <a:prstGeom prst="rect">
            <a:avLst/>
          </a:prstGeom>
          <a:noFill/>
        </p:spPr>
      </p:pic>
      <p:sp>
        <p:nvSpPr>
          <p:cNvPr id="4" name="Rectangle 3" hidden="1">
            <a:extLst>
              <a:ext uri="{FF2B5EF4-FFF2-40B4-BE49-F238E27FC236}">
                <a16:creationId xmlns:a16="http://schemas.microsoft.com/office/drawing/2014/main" id="{B602B822-4998-4124-A9E0-10075A822D59}"/>
              </a:ext>
            </a:extLst>
          </p:cNvPr>
          <p:cNvSpPr/>
          <p:nvPr/>
        </p:nvSpPr>
        <p:spPr>
          <a:xfrm>
            <a:off x="160" y="0"/>
            <a:ext cx="144076" cy="1440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defPPr>
              <a:defRPr lang="es-ES"/>
            </a:defPPr>
            <a:lvl1pPr marL="0" algn="l" defTabSz="829818" rtl="0" eaLnBrk="1" latinLnBrk="0" hangingPunct="1">
              <a:defRPr sz="1634" kern="1200">
                <a:solidFill>
                  <a:schemeClr val="tx1"/>
                </a:solidFill>
                <a:latin typeface="+mn-lt"/>
                <a:ea typeface="+mn-ea"/>
                <a:cs typeface="+mn-cs"/>
              </a:defRPr>
            </a:lvl1pPr>
            <a:lvl2pPr marL="414909" algn="l" defTabSz="829818" rtl="0" eaLnBrk="1" latinLnBrk="0" hangingPunct="1">
              <a:defRPr sz="1634" kern="1200">
                <a:solidFill>
                  <a:schemeClr val="tx1"/>
                </a:solidFill>
                <a:latin typeface="+mn-lt"/>
                <a:ea typeface="+mn-ea"/>
                <a:cs typeface="+mn-cs"/>
              </a:defRPr>
            </a:lvl2pPr>
            <a:lvl3pPr marL="829818" algn="l" defTabSz="829818" rtl="0" eaLnBrk="1" latinLnBrk="0" hangingPunct="1">
              <a:defRPr sz="1634" kern="1200">
                <a:solidFill>
                  <a:schemeClr val="tx1"/>
                </a:solidFill>
                <a:latin typeface="+mn-lt"/>
                <a:ea typeface="+mn-ea"/>
                <a:cs typeface="+mn-cs"/>
              </a:defRPr>
            </a:lvl3pPr>
            <a:lvl4pPr marL="1244727" algn="l" defTabSz="829818" rtl="0" eaLnBrk="1" latinLnBrk="0" hangingPunct="1">
              <a:defRPr sz="1634" kern="1200">
                <a:solidFill>
                  <a:schemeClr val="tx1"/>
                </a:solidFill>
                <a:latin typeface="+mn-lt"/>
                <a:ea typeface="+mn-ea"/>
                <a:cs typeface="+mn-cs"/>
              </a:defRPr>
            </a:lvl4pPr>
            <a:lvl5pPr marL="1659636" algn="l" defTabSz="829818" rtl="0" eaLnBrk="1" latinLnBrk="0" hangingPunct="1">
              <a:defRPr sz="1634" kern="1200">
                <a:solidFill>
                  <a:schemeClr val="tx1"/>
                </a:solidFill>
                <a:latin typeface="+mn-lt"/>
                <a:ea typeface="+mn-ea"/>
                <a:cs typeface="+mn-cs"/>
              </a:defRPr>
            </a:lvl5pPr>
            <a:lvl6pPr marL="2074545" algn="l" defTabSz="829818" rtl="0" eaLnBrk="1" latinLnBrk="0" hangingPunct="1">
              <a:defRPr sz="1634" kern="1200">
                <a:solidFill>
                  <a:schemeClr val="tx1"/>
                </a:solidFill>
                <a:latin typeface="+mn-lt"/>
                <a:ea typeface="+mn-ea"/>
                <a:cs typeface="+mn-cs"/>
              </a:defRPr>
            </a:lvl6pPr>
            <a:lvl7pPr marL="2489454" algn="l" defTabSz="829818" rtl="0" eaLnBrk="1" latinLnBrk="0" hangingPunct="1">
              <a:defRPr sz="1634" kern="1200">
                <a:solidFill>
                  <a:schemeClr val="tx1"/>
                </a:solidFill>
                <a:latin typeface="+mn-lt"/>
                <a:ea typeface="+mn-ea"/>
                <a:cs typeface="+mn-cs"/>
              </a:defRPr>
            </a:lvl7pPr>
            <a:lvl8pPr marL="2904363" algn="l" defTabSz="829818" rtl="0" eaLnBrk="1" latinLnBrk="0" hangingPunct="1">
              <a:defRPr sz="1634" kern="1200">
                <a:solidFill>
                  <a:schemeClr val="tx1"/>
                </a:solidFill>
                <a:latin typeface="+mn-lt"/>
                <a:ea typeface="+mn-ea"/>
                <a:cs typeface="+mn-cs"/>
              </a:defRPr>
            </a:lvl8pPr>
            <a:lvl9pPr marL="3319272" algn="l" defTabSz="829818" rtl="0" eaLnBrk="1" latinLnBrk="0" hangingPunct="1">
              <a:defRPr sz="1634" kern="1200">
                <a:solidFill>
                  <a:schemeClr val="tx1"/>
                </a:solidFill>
                <a:latin typeface="+mn-lt"/>
                <a:ea typeface="+mn-ea"/>
                <a:cs typeface="+mn-cs"/>
              </a:defRPr>
            </a:lvl9pPr>
          </a:lstStyle>
          <a:p>
            <a:pPr algn="ctr"/>
            <a:endParaRPr lang="es-ES" sz="2541">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6" name="object 5"/>
          <p:cNvSpPr txBox="1"/>
          <p:nvPr/>
        </p:nvSpPr>
        <p:spPr>
          <a:xfrm>
            <a:off x="6753142" y="3495584"/>
            <a:ext cx="4080461" cy="244285"/>
          </a:xfrm>
          <a:prstGeom prst="rect">
            <a:avLst/>
          </a:prstGeom>
        </p:spPr>
        <p:txBody>
          <a:bodyPr vert="horz" wrap="square" lIns="0" tIns="0" rIns="0" bIns="0" rtlCol="0" anchor="ctr">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defTabSz="829818" eaLnBrk="1" hangingPunct="1">
              <a:defRPr sz="1694" b="1" kern="1200">
                <a:solidFill>
                  <a:schemeClr val="tx1"/>
                </a:solidFill>
                <a:latin typeface="ABC Monument Grotesk Thin" panose="020B0204040202060203" pitchFamily="34" charset="0"/>
                <a:ea typeface="Verdana" panose="020B0604030504040204" pitchFamily="34" charset="0"/>
              </a:defRPr>
            </a:lvl1pPr>
            <a:lvl2pPr marL="414909" defTabSz="829818" eaLnBrk="1" hangingPunct="1">
              <a:defRPr sz="1634" kern="1200">
                <a:solidFill>
                  <a:schemeClr val="tx1"/>
                </a:solidFill>
              </a:defRPr>
            </a:lvl2pPr>
            <a:lvl3pPr marL="829818" defTabSz="829818" eaLnBrk="1" hangingPunct="1">
              <a:defRPr sz="1634" kern="1200">
                <a:solidFill>
                  <a:schemeClr val="tx1"/>
                </a:solidFill>
              </a:defRPr>
            </a:lvl3pPr>
            <a:lvl4pPr marL="1244727" defTabSz="829818" eaLnBrk="1" hangingPunct="1">
              <a:defRPr sz="1634" kern="1200">
                <a:solidFill>
                  <a:schemeClr val="tx1"/>
                </a:solidFill>
              </a:defRPr>
            </a:lvl4pPr>
            <a:lvl5pPr marL="1659636" defTabSz="829818" eaLnBrk="1" hangingPunct="1">
              <a:defRPr sz="1634" kern="1200">
                <a:solidFill>
                  <a:schemeClr val="tx1"/>
                </a:solidFill>
              </a:defRPr>
            </a:lvl5pPr>
            <a:lvl6pPr marL="2074545" defTabSz="829818" eaLnBrk="1" hangingPunct="1">
              <a:defRPr sz="1634" kern="1200">
                <a:solidFill>
                  <a:schemeClr val="tx1"/>
                </a:solidFill>
              </a:defRPr>
            </a:lvl6pPr>
            <a:lvl7pPr marL="2489454" defTabSz="829818" eaLnBrk="1" hangingPunct="1">
              <a:defRPr sz="1634" kern="1200">
                <a:solidFill>
                  <a:schemeClr val="tx1"/>
                </a:solidFill>
              </a:defRPr>
            </a:lvl7pPr>
            <a:lvl8pPr marL="2904363" defTabSz="829818" eaLnBrk="1" hangingPunct="1">
              <a:defRPr sz="1634" kern="1200">
                <a:solidFill>
                  <a:schemeClr val="tx1"/>
                </a:solidFill>
              </a:defRPr>
            </a:lvl8pPr>
            <a:lvl9pPr marL="3319272" defTabSz="829818" eaLnBrk="1" hangingPunct="1">
              <a:defRPr sz="1634" kern="1200">
                <a:solidFill>
                  <a:schemeClr val="tx1"/>
                </a:solidFill>
              </a:defRPr>
            </a:lvl9pPr>
          </a:lstStyle>
          <a:p>
            <a:pPr algn="ctr"/>
            <a:r>
              <a:rPr lang="es-ES" sz="1800">
                <a:latin typeface="ABC Monument Grotesk" panose="020B0504040202060203" pitchFamily="34" charset="0"/>
              </a:rPr>
              <a:t>Evaluación Global</a:t>
            </a:r>
          </a:p>
        </p:txBody>
      </p:sp>
      <p:sp>
        <p:nvSpPr>
          <p:cNvPr id="38" name="CuadroTexto 37">
            <a:extLst>
              <a:ext uri="{FF2B5EF4-FFF2-40B4-BE49-F238E27FC236}">
                <a16:creationId xmlns:a16="http://schemas.microsoft.com/office/drawing/2014/main" id="{134EC023-14EE-4B77-997D-73D44CC6F346}"/>
              </a:ext>
            </a:extLst>
          </p:cNvPr>
          <p:cNvSpPr txBox="1"/>
          <p:nvPr/>
        </p:nvSpPr>
        <p:spPr>
          <a:xfrm>
            <a:off x="6677658" y="4863527"/>
            <a:ext cx="4819724" cy="1800493"/>
          </a:xfrm>
          <a:prstGeom prst="rect">
            <a:avLst/>
          </a:prstGeom>
          <a:noFill/>
        </p:spPr>
        <p:txBody>
          <a:bodyPr wrap="square">
            <a:spAutoFit/>
          </a:bodyPr>
          <a:lstStyle>
            <a:defPPr>
              <a:defRPr lang="es-ES"/>
            </a:defPPr>
            <a:lvl1pPr marL="0" algn="l" defTabSz="829818" rtl="0" eaLnBrk="1" latinLnBrk="0" hangingPunct="1">
              <a:defRPr sz="1634" kern="1200">
                <a:solidFill>
                  <a:schemeClr val="tx1"/>
                </a:solidFill>
                <a:latin typeface="+mn-lt"/>
                <a:ea typeface="+mn-ea"/>
                <a:cs typeface="+mn-cs"/>
              </a:defRPr>
            </a:lvl1pPr>
            <a:lvl2pPr marL="414909" algn="l" defTabSz="829818" rtl="0" eaLnBrk="1" latinLnBrk="0" hangingPunct="1">
              <a:defRPr sz="1634" kern="1200">
                <a:solidFill>
                  <a:schemeClr val="tx1"/>
                </a:solidFill>
                <a:latin typeface="+mn-lt"/>
                <a:ea typeface="+mn-ea"/>
                <a:cs typeface="+mn-cs"/>
              </a:defRPr>
            </a:lvl2pPr>
            <a:lvl3pPr marL="829818" algn="l" defTabSz="829818" rtl="0" eaLnBrk="1" latinLnBrk="0" hangingPunct="1">
              <a:defRPr sz="1634" kern="1200">
                <a:solidFill>
                  <a:schemeClr val="tx1"/>
                </a:solidFill>
                <a:latin typeface="+mn-lt"/>
                <a:ea typeface="+mn-ea"/>
                <a:cs typeface="+mn-cs"/>
              </a:defRPr>
            </a:lvl3pPr>
            <a:lvl4pPr marL="1244727" algn="l" defTabSz="829818" rtl="0" eaLnBrk="1" latinLnBrk="0" hangingPunct="1">
              <a:defRPr sz="1634" kern="1200">
                <a:solidFill>
                  <a:schemeClr val="tx1"/>
                </a:solidFill>
                <a:latin typeface="+mn-lt"/>
                <a:ea typeface="+mn-ea"/>
                <a:cs typeface="+mn-cs"/>
              </a:defRPr>
            </a:lvl4pPr>
            <a:lvl5pPr marL="1659636" algn="l" defTabSz="829818" rtl="0" eaLnBrk="1" latinLnBrk="0" hangingPunct="1">
              <a:defRPr sz="1634" kern="1200">
                <a:solidFill>
                  <a:schemeClr val="tx1"/>
                </a:solidFill>
                <a:latin typeface="+mn-lt"/>
                <a:ea typeface="+mn-ea"/>
                <a:cs typeface="+mn-cs"/>
              </a:defRPr>
            </a:lvl5pPr>
            <a:lvl6pPr marL="2074545" algn="l" defTabSz="829818" rtl="0" eaLnBrk="1" latinLnBrk="0" hangingPunct="1">
              <a:defRPr sz="1634" kern="1200">
                <a:solidFill>
                  <a:schemeClr val="tx1"/>
                </a:solidFill>
                <a:latin typeface="+mn-lt"/>
                <a:ea typeface="+mn-ea"/>
                <a:cs typeface="+mn-cs"/>
              </a:defRPr>
            </a:lvl6pPr>
            <a:lvl7pPr marL="2489454" algn="l" defTabSz="829818" rtl="0" eaLnBrk="1" latinLnBrk="0" hangingPunct="1">
              <a:defRPr sz="1634" kern="1200">
                <a:solidFill>
                  <a:schemeClr val="tx1"/>
                </a:solidFill>
                <a:latin typeface="+mn-lt"/>
                <a:ea typeface="+mn-ea"/>
                <a:cs typeface="+mn-cs"/>
              </a:defRPr>
            </a:lvl7pPr>
            <a:lvl8pPr marL="2904363" algn="l" defTabSz="829818" rtl="0" eaLnBrk="1" latinLnBrk="0" hangingPunct="1">
              <a:defRPr sz="1634" kern="1200">
                <a:solidFill>
                  <a:schemeClr val="tx1"/>
                </a:solidFill>
                <a:latin typeface="+mn-lt"/>
                <a:ea typeface="+mn-ea"/>
                <a:cs typeface="+mn-cs"/>
              </a:defRPr>
            </a:lvl8pPr>
            <a:lvl9pPr marL="3319272" algn="l" defTabSz="829818" rtl="0" eaLnBrk="1" latinLnBrk="0" hangingPunct="1">
              <a:defRPr sz="1634" kern="1200">
                <a:solidFill>
                  <a:schemeClr val="tx1"/>
                </a:solidFill>
                <a:latin typeface="+mn-lt"/>
                <a:ea typeface="+mn-ea"/>
                <a:cs typeface="+mn-cs"/>
              </a:defRPr>
            </a:lvl9pPr>
          </a:lstStyle>
          <a:p>
            <a:pPr algn="just"/>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Lorem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ipsum</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dolor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sit</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amet</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consectetur</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adipiscing</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elit</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Praesent</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id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enim</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sed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lacus</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vehicula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cursus</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id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eget</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neque.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Fusce</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blandit</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eleifend</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pharetra</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Phasellus</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consectetur</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id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purus</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in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bibendum</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Quisque ornare, nunc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vel</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faucibus</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fringilla</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ex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sem</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convallis</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lectus</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eu</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maximus</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dui</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justo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eu</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lorem</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Sed lacinia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est</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et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eleifend</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mattis</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Sed in urna sed justo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iaculis</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gravida</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in ut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quam</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Proin</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porta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enim</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et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sodales</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rutrum</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Donec</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sem</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erat</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bibendum</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quis odio ac,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tincidunt</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finibus</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arcu</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Praesent</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nisl</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augue</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condimentum</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in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arcu</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sit</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amet</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hendrerit</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ultricies</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felis</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Mauris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accumsan</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orci</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ac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tincidunt</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vehicula, ex urna commodo neque, non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vulputate</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dui</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dui</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vel</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sem</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Vestibulum</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blandit</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quis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est</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sit</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100" dirty="0" err="1">
                <a:latin typeface="ABC Monument Grotesk Thin" panose="020B0204040202060203" pitchFamily="34" charset="0"/>
                <a:ea typeface="Arial Unicode MS" panose="020B0604020202020204" pitchFamily="34" charset="-128"/>
                <a:cs typeface="Arial Unicode MS" panose="020B0604020202020204" pitchFamily="34" charset="-128"/>
              </a:rPr>
              <a:t>amet</a:t>
            </a:r>
            <a:r>
              <a:rPr lang="es-ES" sz="1100" dirty="0">
                <a:latin typeface="ABC Monument Grotesk Thin" panose="020B0204040202060203" pitchFamily="34" charset="0"/>
                <a:ea typeface="Arial Unicode MS" panose="020B0604020202020204" pitchFamily="34" charset="-128"/>
                <a:cs typeface="Arial Unicode MS" panose="020B0604020202020204" pitchFamily="34" charset="-128"/>
              </a:rPr>
              <a:t> ornare.</a:t>
            </a:r>
          </a:p>
          <a:p>
            <a:pPr algn="just"/>
            <a:endParaRPr lang="es-ES" sz="1100" b="1" dirty="0">
              <a:latin typeface="ABC Monument Grotesk Thin" panose="020B0204040202060203" pitchFamily="34" charset="0"/>
            </a:endParaRPr>
          </a:p>
        </p:txBody>
      </p:sp>
      <p:sp>
        <p:nvSpPr>
          <p:cNvPr id="42" name="CuadroTexto 91">
            <a:extLst>
              <a:ext uri="{FF2B5EF4-FFF2-40B4-BE49-F238E27FC236}">
                <a16:creationId xmlns:a16="http://schemas.microsoft.com/office/drawing/2014/main" id="{9A6D332B-F492-4C67-B40E-7AD512674D9B}"/>
              </a:ext>
            </a:extLst>
          </p:cNvPr>
          <p:cNvSpPr txBox="1"/>
          <p:nvPr/>
        </p:nvSpPr>
        <p:spPr>
          <a:xfrm>
            <a:off x="208788" y="6364045"/>
            <a:ext cx="982844" cy="218073"/>
          </a:xfrm>
          <a:prstGeom prst="rect">
            <a:avLst/>
          </a:prstGeom>
          <a:noFill/>
        </p:spPr>
        <p:txBody>
          <a:bodyPr wrap="square" rtlCol="0" anchor="ctr">
            <a:spAutoFit/>
          </a:bodyPr>
          <a:lstStyle>
            <a:defPPr>
              <a:defRPr lang="es-ES"/>
            </a:defPPr>
            <a:lvl1pPr marL="0" algn="l" defTabSz="829818" rtl="0" eaLnBrk="1" latinLnBrk="0" hangingPunct="1">
              <a:defRPr sz="1634" kern="1200">
                <a:solidFill>
                  <a:schemeClr val="tx1"/>
                </a:solidFill>
                <a:latin typeface="+mn-lt"/>
                <a:ea typeface="+mn-ea"/>
                <a:cs typeface="+mn-cs"/>
              </a:defRPr>
            </a:lvl1pPr>
            <a:lvl2pPr marL="414909" algn="l" defTabSz="829818" rtl="0" eaLnBrk="1" latinLnBrk="0" hangingPunct="1">
              <a:defRPr sz="1634" kern="1200">
                <a:solidFill>
                  <a:schemeClr val="tx1"/>
                </a:solidFill>
                <a:latin typeface="+mn-lt"/>
                <a:ea typeface="+mn-ea"/>
                <a:cs typeface="+mn-cs"/>
              </a:defRPr>
            </a:lvl2pPr>
            <a:lvl3pPr marL="829818" algn="l" defTabSz="829818" rtl="0" eaLnBrk="1" latinLnBrk="0" hangingPunct="1">
              <a:defRPr sz="1634" kern="1200">
                <a:solidFill>
                  <a:schemeClr val="tx1"/>
                </a:solidFill>
                <a:latin typeface="+mn-lt"/>
                <a:ea typeface="+mn-ea"/>
                <a:cs typeface="+mn-cs"/>
              </a:defRPr>
            </a:lvl3pPr>
            <a:lvl4pPr marL="1244727" algn="l" defTabSz="829818" rtl="0" eaLnBrk="1" latinLnBrk="0" hangingPunct="1">
              <a:defRPr sz="1634" kern="1200">
                <a:solidFill>
                  <a:schemeClr val="tx1"/>
                </a:solidFill>
                <a:latin typeface="+mn-lt"/>
                <a:ea typeface="+mn-ea"/>
                <a:cs typeface="+mn-cs"/>
              </a:defRPr>
            </a:lvl4pPr>
            <a:lvl5pPr marL="1659636" algn="l" defTabSz="829818" rtl="0" eaLnBrk="1" latinLnBrk="0" hangingPunct="1">
              <a:defRPr sz="1634" kern="1200">
                <a:solidFill>
                  <a:schemeClr val="tx1"/>
                </a:solidFill>
                <a:latin typeface="+mn-lt"/>
                <a:ea typeface="+mn-ea"/>
                <a:cs typeface="+mn-cs"/>
              </a:defRPr>
            </a:lvl5pPr>
            <a:lvl6pPr marL="2074545" algn="l" defTabSz="829818" rtl="0" eaLnBrk="1" latinLnBrk="0" hangingPunct="1">
              <a:defRPr sz="1634" kern="1200">
                <a:solidFill>
                  <a:schemeClr val="tx1"/>
                </a:solidFill>
                <a:latin typeface="+mn-lt"/>
                <a:ea typeface="+mn-ea"/>
                <a:cs typeface="+mn-cs"/>
              </a:defRPr>
            </a:lvl6pPr>
            <a:lvl7pPr marL="2489454" algn="l" defTabSz="829818" rtl="0" eaLnBrk="1" latinLnBrk="0" hangingPunct="1">
              <a:defRPr sz="1634" kern="1200">
                <a:solidFill>
                  <a:schemeClr val="tx1"/>
                </a:solidFill>
                <a:latin typeface="+mn-lt"/>
                <a:ea typeface="+mn-ea"/>
                <a:cs typeface="+mn-cs"/>
              </a:defRPr>
            </a:lvl7pPr>
            <a:lvl8pPr marL="2904363" algn="l" defTabSz="829818" rtl="0" eaLnBrk="1" latinLnBrk="0" hangingPunct="1">
              <a:defRPr sz="1634" kern="1200">
                <a:solidFill>
                  <a:schemeClr val="tx1"/>
                </a:solidFill>
                <a:latin typeface="+mn-lt"/>
                <a:ea typeface="+mn-ea"/>
                <a:cs typeface="+mn-cs"/>
              </a:defRPr>
            </a:lvl8pPr>
            <a:lvl9pPr marL="3319272" algn="l" defTabSz="829818" rtl="0" eaLnBrk="1" latinLnBrk="0" hangingPunct="1">
              <a:defRPr sz="1634" kern="1200">
                <a:solidFill>
                  <a:schemeClr val="tx1"/>
                </a:solidFill>
                <a:latin typeface="+mn-lt"/>
                <a:ea typeface="+mn-ea"/>
                <a:cs typeface="+mn-cs"/>
              </a:defRPr>
            </a:lvl9pPr>
          </a:lstStyle>
          <a:p>
            <a:r>
              <a:rPr lang="es-ES" sz="817" b="1">
                <a:solidFill>
                  <a:schemeClr val="bg1"/>
                </a:solidFill>
                <a:latin typeface="ABC Monument Grotesk Thin" panose="020B0204040202060203" pitchFamily="34" charset="0"/>
              </a:rPr>
              <a:t>No existe</a:t>
            </a:r>
            <a:endParaRPr lang="en-US" sz="817" b="1">
              <a:solidFill>
                <a:schemeClr val="bg1"/>
              </a:solidFill>
              <a:latin typeface="ABC Monument Grotesk Thin" panose="020B0204040202060203" pitchFamily="34" charset="0"/>
            </a:endParaRPr>
          </a:p>
        </p:txBody>
      </p:sp>
      <p:sp>
        <p:nvSpPr>
          <p:cNvPr id="46" name="object 3">
            <a:extLst>
              <a:ext uri="{FF2B5EF4-FFF2-40B4-BE49-F238E27FC236}">
                <a16:creationId xmlns:a16="http://schemas.microsoft.com/office/drawing/2014/main" id="{C9E19515-C073-4F31-AB28-1A4027DDD73A}"/>
              </a:ext>
            </a:extLst>
          </p:cNvPr>
          <p:cNvSpPr txBox="1">
            <a:spLocks/>
          </p:cNvSpPr>
          <p:nvPr/>
        </p:nvSpPr>
        <p:spPr>
          <a:xfrm>
            <a:off x="356027" y="370542"/>
            <a:ext cx="6033495" cy="344804"/>
          </a:xfrm>
          <a:prstGeom prst="rect">
            <a:avLst/>
          </a:prstGeom>
        </p:spPr>
        <p:txBody>
          <a:bodyPr vert="horz" wrap="square" lIns="0" tIns="0" rIns="0" bIns="0" rtlCol="0">
            <a:noAutofit/>
          </a:bodyPr>
          <a:lstStyle>
            <a:defPPr>
              <a:defRPr lang="es-ES"/>
            </a:defPPr>
            <a:lvl1pPr marL="0" algn="l" defTabSz="829818" rtl="0" eaLnBrk="1" latinLnBrk="0" hangingPunct="1">
              <a:defRPr sz="1634" kern="1200">
                <a:solidFill>
                  <a:schemeClr val="tx1"/>
                </a:solidFill>
                <a:latin typeface="+mn-lt"/>
                <a:ea typeface="+mn-ea"/>
                <a:cs typeface="+mn-cs"/>
              </a:defRPr>
            </a:lvl1pPr>
            <a:lvl2pPr marL="414909" algn="l" defTabSz="829818" rtl="0" eaLnBrk="1" latinLnBrk="0" hangingPunct="1">
              <a:defRPr sz="1634" kern="1200">
                <a:solidFill>
                  <a:schemeClr val="tx1"/>
                </a:solidFill>
                <a:latin typeface="+mn-lt"/>
                <a:ea typeface="+mn-ea"/>
                <a:cs typeface="+mn-cs"/>
              </a:defRPr>
            </a:lvl2pPr>
            <a:lvl3pPr marL="829818" algn="l" defTabSz="829818" rtl="0" eaLnBrk="1" latinLnBrk="0" hangingPunct="1">
              <a:defRPr sz="1634" kern="1200">
                <a:solidFill>
                  <a:schemeClr val="tx1"/>
                </a:solidFill>
                <a:latin typeface="+mn-lt"/>
                <a:ea typeface="+mn-ea"/>
                <a:cs typeface="+mn-cs"/>
              </a:defRPr>
            </a:lvl3pPr>
            <a:lvl4pPr marL="1244727" algn="l" defTabSz="829818" rtl="0" eaLnBrk="1" latinLnBrk="0" hangingPunct="1">
              <a:defRPr sz="1634" kern="1200">
                <a:solidFill>
                  <a:schemeClr val="tx1"/>
                </a:solidFill>
                <a:latin typeface="+mn-lt"/>
                <a:ea typeface="+mn-ea"/>
                <a:cs typeface="+mn-cs"/>
              </a:defRPr>
            </a:lvl4pPr>
            <a:lvl5pPr marL="1659636" algn="l" defTabSz="829818" rtl="0" eaLnBrk="1" latinLnBrk="0" hangingPunct="1">
              <a:defRPr sz="1634" kern="1200">
                <a:solidFill>
                  <a:schemeClr val="tx1"/>
                </a:solidFill>
                <a:latin typeface="+mn-lt"/>
                <a:ea typeface="+mn-ea"/>
                <a:cs typeface="+mn-cs"/>
              </a:defRPr>
            </a:lvl5pPr>
            <a:lvl6pPr marL="2074545" algn="l" defTabSz="829818" rtl="0" eaLnBrk="1" latinLnBrk="0" hangingPunct="1">
              <a:defRPr sz="1634" kern="1200">
                <a:solidFill>
                  <a:schemeClr val="tx1"/>
                </a:solidFill>
                <a:latin typeface="+mn-lt"/>
                <a:ea typeface="+mn-ea"/>
                <a:cs typeface="+mn-cs"/>
              </a:defRPr>
            </a:lvl6pPr>
            <a:lvl7pPr marL="2489454" algn="l" defTabSz="829818" rtl="0" eaLnBrk="1" latinLnBrk="0" hangingPunct="1">
              <a:defRPr sz="1634" kern="1200">
                <a:solidFill>
                  <a:schemeClr val="tx1"/>
                </a:solidFill>
                <a:latin typeface="+mn-lt"/>
                <a:ea typeface="+mn-ea"/>
                <a:cs typeface="+mn-cs"/>
              </a:defRPr>
            </a:lvl7pPr>
            <a:lvl8pPr marL="2904363" algn="l" defTabSz="829818" rtl="0" eaLnBrk="1" latinLnBrk="0" hangingPunct="1">
              <a:defRPr sz="1634" kern="1200">
                <a:solidFill>
                  <a:schemeClr val="tx1"/>
                </a:solidFill>
                <a:latin typeface="+mn-lt"/>
                <a:ea typeface="+mn-ea"/>
                <a:cs typeface="+mn-cs"/>
              </a:defRPr>
            </a:lvl8pPr>
            <a:lvl9pPr marL="3319272" algn="l" defTabSz="829818" rtl="0" eaLnBrk="1" latinLnBrk="0" hangingPunct="1">
              <a:defRPr sz="1634" kern="1200">
                <a:solidFill>
                  <a:schemeClr val="tx1"/>
                </a:solidFill>
                <a:latin typeface="+mn-lt"/>
                <a:ea typeface="+mn-ea"/>
                <a:cs typeface="+mn-cs"/>
              </a:defRPr>
            </a:lvl9pPr>
          </a:lstStyle>
          <a:p>
            <a:pPr marL="37177">
              <a:lnSpc>
                <a:spcPts val="2938"/>
              </a:lnSpc>
              <a:tabLst>
                <a:tab pos="6025005" algn="l"/>
              </a:tabLst>
            </a:pPr>
            <a:r>
              <a:rPr lang="es-ES" sz="3600" spc="163">
                <a:solidFill>
                  <a:srgbClr val="231F20"/>
                </a:solidFill>
                <a:latin typeface="ABC Monument Grotesk" panose="020B0504040202060203" pitchFamily="34" charset="0"/>
                <a:cs typeface="Times New Roman"/>
              </a:rPr>
              <a:t>Resumen ejecutivo</a:t>
            </a:r>
            <a:endParaRPr lang="es-ES" sz="4000">
              <a:latin typeface="ABC Monument Grotesk" panose="020B0504040202060203" pitchFamily="34" charset="0"/>
              <a:cs typeface="Arial"/>
            </a:endParaRPr>
          </a:p>
        </p:txBody>
      </p:sp>
      <p:sp>
        <p:nvSpPr>
          <p:cNvPr id="48" name="Marcador de número de diapositiva 1">
            <a:extLst>
              <a:ext uri="{FF2B5EF4-FFF2-40B4-BE49-F238E27FC236}">
                <a16:creationId xmlns:a16="http://schemas.microsoft.com/office/drawing/2014/main" id="{2DDEE7E4-4925-43E4-ADBD-957C3550DC42}"/>
              </a:ext>
            </a:extLst>
          </p:cNvPr>
          <p:cNvSpPr txBox="1">
            <a:spLocks/>
          </p:cNvSpPr>
          <p:nvPr/>
        </p:nvSpPr>
        <p:spPr>
          <a:xfrm>
            <a:off x="11684725" y="6623540"/>
            <a:ext cx="512665" cy="232052"/>
          </a:xfrm>
          <a:prstGeom prst="rect">
            <a:avLst/>
          </a:prstGeom>
        </p:spPr>
        <p:txBody>
          <a:bodyPr/>
          <a:lstStyle>
            <a:defPPr>
              <a:defRPr lang="es-ES"/>
            </a:defPPr>
            <a:lvl1pPr marL="0" algn="l" defTabSz="829818" rtl="0" eaLnBrk="1" latinLnBrk="0" hangingPunct="1">
              <a:defRPr sz="1634" kern="1200">
                <a:solidFill>
                  <a:schemeClr val="tx1"/>
                </a:solidFill>
                <a:latin typeface="+mn-lt"/>
                <a:ea typeface="+mn-ea"/>
                <a:cs typeface="+mn-cs"/>
              </a:defRPr>
            </a:lvl1pPr>
            <a:lvl2pPr marL="414909" algn="l" defTabSz="829818" rtl="0" eaLnBrk="1" latinLnBrk="0" hangingPunct="1">
              <a:defRPr sz="1634" kern="1200">
                <a:solidFill>
                  <a:schemeClr val="tx1"/>
                </a:solidFill>
                <a:latin typeface="+mn-lt"/>
                <a:ea typeface="+mn-ea"/>
                <a:cs typeface="+mn-cs"/>
              </a:defRPr>
            </a:lvl2pPr>
            <a:lvl3pPr marL="829818" algn="l" defTabSz="829818" rtl="0" eaLnBrk="1" latinLnBrk="0" hangingPunct="1">
              <a:defRPr sz="1634" kern="1200">
                <a:solidFill>
                  <a:schemeClr val="tx1"/>
                </a:solidFill>
                <a:latin typeface="+mn-lt"/>
                <a:ea typeface="+mn-ea"/>
                <a:cs typeface="+mn-cs"/>
              </a:defRPr>
            </a:lvl3pPr>
            <a:lvl4pPr marL="1244727" algn="l" defTabSz="829818" rtl="0" eaLnBrk="1" latinLnBrk="0" hangingPunct="1">
              <a:defRPr sz="1634" kern="1200">
                <a:solidFill>
                  <a:schemeClr val="tx1"/>
                </a:solidFill>
                <a:latin typeface="+mn-lt"/>
                <a:ea typeface="+mn-ea"/>
                <a:cs typeface="+mn-cs"/>
              </a:defRPr>
            </a:lvl4pPr>
            <a:lvl5pPr marL="1659636" algn="l" defTabSz="829818" rtl="0" eaLnBrk="1" latinLnBrk="0" hangingPunct="1">
              <a:defRPr sz="1634" kern="1200">
                <a:solidFill>
                  <a:schemeClr val="tx1"/>
                </a:solidFill>
                <a:latin typeface="+mn-lt"/>
                <a:ea typeface="+mn-ea"/>
                <a:cs typeface="+mn-cs"/>
              </a:defRPr>
            </a:lvl5pPr>
            <a:lvl6pPr marL="2074545" algn="l" defTabSz="829818" rtl="0" eaLnBrk="1" latinLnBrk="0" hangingPunct="1">
              <a:defRPr sz="1634" kern="1200">
                <a:solidFill>
                  <a:schemeClr val="tx1"/>
                </a:solidFill>
                <a:latin typeface="+mn-lt"/>
                <a:ea typeface="+mn-ea"/>
                <a:cs typeface="+mn-cs"/>
              </a:defRPr>
            </a:lvl6pPr>
            <a:lvl7pPr marL="2489454" algn="l" defTabSz="829818" rtl="0" eaLnBrk="1" latinLnBrk="0" hangingPunct="1">
              <a:defRPr sz="1634" kern="1200">
                <a:solidFill>
                  <a:schemeClr val="tx1"/>
                </a:solidFill>
                <a:latin typeface="+mn-lt"/>
                <a:ea typeface="+mn-ea"/>
                <a:cs typeface="+mn-cs"/>
              </a:defRPr>
            </a:lvl7pPr>
            <a:lvl8pPr marL="2904363" algn="l" defTabSz="829818" rtl="0" eaLnBrk="1" latinLnBrk="0" hangingPunct="1">
              <a:defRPr sz="1634" kern="1200">
                <a:solidFill>
                  <a:schemeClr val="tx1"/>
                </a:solidFill>
                <a:latin typeface="+mn-lt"/>
                <a:ea typeface="+mn-ea"/>
                <a:cs typeface="+mn-cs"/>
              </a:defRPr>
            </a:lvl8pPr>
            <a:lvl9pPr marL="3319272" algn="l" defTabSz="829818" rtl="0" eaLnBrk="1" latinLnBrk="0" hangingPunct="1">
              <a:defRPr sz="1634" kern="1200">
                <a:solidFill>
                  <a:schemeClr val="tx1"/>
                </a:solidFill>
                <a:latin typeface="+mn-lt"/>
                <a:ea typeface="+mn-ea"/>
                <a:cs typeface="+mn-cs"/>
              </a:defRPr>
            </a:lvl9pPr>
          </a:lstStyle>
          <a:p>
            <a:pPr marL="70891" algn="r"/>
            <a:fld id="{81D60167-4931-47E6-BA6A-407CBD079E47}" type="slidenum">
              <a:rPr lang="es-ES" sz="771" spc="32" smtClean="0">
                <a:solidFill>
                  <a:srgbClr val="898989"/>
                </a:solidFill>
                <a:latin typeface="ABC Monument Grotesk Thin" panose="020B0204040202060203" pitchFamily="34" charset="0"/>
                <a:cs typeface="Arial"/>
              </a:rPr>
              <a:pPr marL="70891" algn="r"/>
              <a:t>5</a:t>
            </a:fld>
            <a:endParaRPr lang="es-ES" sz="771">
              <a:latin typeface="ABC Monument Grotesk Thin" panose="020B0204040202060203" pitchFamily="34" charset="0"/>
              <a:cs typeface="Arial"/>
            </a:endParaRPr>
          </a:p>
        </p:txBody>
      </p:sp>
      <p:sp>
        <p:nvSpPr>
          <p:cNvPr id="43" name="object 5">
            <a:extLst>
              <a:ext uri="{FF2B5EF4-FFF2-40B4-BE49-F238E27FC236}">
                <a16:creationId xmlns:a16="http://schemas.microsoft.com/office/drawing/2014/main" id="{63C8854F-8806-4282-AA85-D752E3A08893}"/>
              </a:ext>
            </a:extLst>
          </p:cNvPr>
          <p:cNvSpPr txBox="1"/>
          <p:nvPr/>
        </p:nvSpPr>
        <p:spPr>
          <a:xfrm>
            <a:off x="6753142" y="4406008"/>
            <a:ext cx="4955405" cy="244285"/>
          </a:xfrm>
          <a:prstGeom prst="rect">
            <a:avLst/>
          </a:prstGeom>
        </p:spPr>
        <p:txBody>
          <a:bodyPr vert="horz" wrap="square" lIns="0" tIns="0" rIns="0" bIns="0" rtlCol="0" anchor="ctr">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defTabSz="829818" eaLnBrk="1" hangingPunct="1">
              <a:defRPr sz="1694" b="1" kern="1200">
                <a:solidFill>
                  <a:schemeClr val="tx1"/>
                </a:solidFill>
                <a:latin typeface="ABC Monument Grotesk Thin" panose="020B0204040202060203" pitchFamily="34" charset="0"/>
                <a:ea typeface="Verdana" panose="020B0604030504040204" pitchFamily="34" charset="0"/>
              </a:defRPr>
            </a:lvl1pPr>
            <a:lvl2pPr marL="414909" defTabSz="829818" eaLnBrk="1" hangingPunct="1">
              <a:defRPr sz="1634" kern="1200">
                <a:solidFill>
                  <a:schemeClr val="tx1"/>
                </a:solidFill>
              </a:defRPr>
            </a:lvl2pPr>
            <a:lvl3pPr marL="829818" defTabSz="829818" eaLnBrk="1" hangingPunct="1">
              <a:defRPr sz="1634" kern="1200">
                <a:solidFill>
                  <a:schemeClr val="tx1"/>
                </a:solidFill>
              </a:defRPr>
            </a:lvl3pPr>
            <a:lvl4pPr marL="1244727" defTabSz="829818" eaLnBrk="1" hangingPunct="1">
              <a:defRPr sz="1634" kern="1200">
                <a:solidFill>
                  <a:schemeClr val="tx1"/>
                </a:solidFill>
              </a:defRPr>
            </a:lvl4pPr>
            <a:lvl5pPr marL="1659636" defTabSz="829818" eaLnBrk="1" hangingPunct="1">
              <a:defRPr sz="1634" kern="1200">
                <a:solidFill>
                  <a:schemeClr val="tx1"/>
                </a:solidFill>
              </a:defRPr>
            </a:lvl5pPr>
            <a:lvl6pPr marL="2074545" defTabSz="829818" eaLnBrk="1" hangingPunct="1">
              <a:defRPr sz="1634" kern="1200">
                <a:solidFill>
                  <a:schemeClr val="tx1"/>
                </a:solidFill>
              </a:defRPr>
            </a:lvl6pPr>
            <a:lvl7pPr marL="2489454" defTabSz="829818" eaLnBrk="1" hangingPunct="1">
              <a:defRPr sz="1634" kern="1200">
                <a:solidFill>
                  <a:schemeClr val="tx1"/>
                </a:solidFill>
              </a:defRPr>
            </a:lvl7pPr>
            <a:lvl8pPr marL="2904363" defTabSz="829818" eaLnBrk="1" hangingPunct="1">
              <a:defRPr sz="1634" kern="1200">
                <a:solidFill>
                  <a:schemeClr val="tx1"/>
                </a:solidFill>
              </a:defRPr>
            </a:lvl8pPr>
            <a:lvl9pPr marL="3319272" defTabSz="829818" eaLnBrk="1" hangingPunct="1">
              <a:defRPr sz="1634" kern="1200">
                <a:solidFill>
                  <a:schemeClr val="tx1"/>
                </a:solidFill>
              </a:defRPr>
            </a:lvl9pPr>
          </a:lstStyle>
          <a:p>
            <a:r>
              <a:rPr lang="es-ES" sz="1800">
                <a:latin typeface="ABC Monument Grotesk" panose="020B0504040202060203" pitchFamily="34" charset="0"/>
              </a:rPr>
              <a:t>Próximos pasos</a:t>
            </a:r>
          </a:p>
        </p:txBody>
      </p:sp>
      <p:cxnSp>
        <p:nvCxnSpPr>
          <p:cNvPr id="7" name="Conector recto 6">
            <a:extLst>
              <a:ext uri="{FF2B5EF4-FFF2-40B4-BE49-F238E27FC236}">
                <a16:creationId xmlns:a16="http://schemas.microsoft.com/office/drawing/2014/main" id="{37FDA639-478A-68E8-775A-A04A99C5319B}"/>
              </a:ext>
            </a:extLst>
          </p:cNvPr>
          <p:cNvCxnSpPr>
            <a:cxnSpLocks/>
          </p:cNvCxnSpPr>
          <p:nvPr/>
        </p:nvCxnSpPr>
        <p:spPr>
          <a:xfrm>
            <a:off x="10065131" y="3479401"/>
            <a:ext cx="0" cy="1139537"/>
          </a:xfrm>
          <a:prstGeom prst="line">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8" name="CuadroTexto 91">
            <a:extLst>
              <a:ext uri="{FF2B5EF4-FFF2-40B4-BE49-F238E27FC236}">
                <a16:creationId xmlns:a16="http://schemas.microsoft.com/office/drawing/2014/main" id="{0A29D55C-137F-C3BC-651F-D3CF79584956}"/>
              </a:ext>
            </a:extLst>
          </p:cNvPr>
          <p:cNvSpPr txBox="1"/>
          <p:nvPr/>
        </p:nvSpPr>
        <p:spPr>
          <a:xfrm>
            <a:off x="10171850" y="3476439"/>
            <a:ext cx="1452389" cy="1169551"/>
          </a:xfrm>
          <a:prstGeom prst="rect">
            <a:avLst/>
          </a:prstGeom>
          <a:noFill/>
          <a:ln>
            <a:noFill/>
          </a:ln>
        </p:spPr>
        <p:txBody>
          <a:bodyPr wrap="square" rtlCol="0" anchor="ctr">
            <a:spAutoFit/>
          </a:bodyPr>
          <a:lstStyle>
            <a:defPPr>
              <a:defRPr lang="es-ES"/>
            </a:defPPr>
            <a:lvl1pPr marL="0" algn="l" defTabSz="829818" rtl="0" eaLnBrk="1" latinLnBrk="0" hangingPunct="1">
              <a:defRPr sz="1634" kern="1200">
                <a:solidFill>
                  <a:schemeClr val="tx1"/>
                </a:solidFill>
                <a:latin typeface="+mn-lt"/>
                <a:ea typeface="+mn-ea"/>
                <a:cs typeface="+mn-cs"/>
              </a:defRPr>
            </a:lvl1pPr>
            <a:lvl2pPr marL="414909" algn="l" defTabSz="829818" rtl="0" eaLnBrk="1" latinLnBrk="0" hangingPunct="1">
              <a:defRPr sz="1634" kern="1200">
                <a:solidFill>
                  <a:schemeClr val="tx1"/>
                </a:solidFill>
                <a:latin typeface="+mn-lt"/>
                <a:ea typeface="+mn-ea"/>
                <a:cs typeface="+mn-cs"/>
              </a:defRPr>
            </a:lvl2pPr>
            <a:lvl3pPr marL="829818" algn="l" defTabSz="829818" rtl="0" eaLnBrk="1" latinLnBrk="0" hangingPunct="1">
              <a:defRPr sz="1634" kern="1200">
                <a:solidFill>
                  <a:schemeClr val="tx1"/>
                </a:solidFill>
                <a:latin typeface="+mn-lt"/>
                <a:ea typeface="+mn-ea"/>
                <a:cs typeface="+mn-cs"/>
              </a:defRPr>
            </a:lvl3pPr>
            <a:lvl4pPr marL="1244727" algn="l" defTabSz="829818" rtl="0" eaLnBrk="1" latinLnBrk="0" hangingPunct="1">
              <a:defRPr sz="1634" kern="1200">
                <a:solidFill>
                  <a:schemeClr val="tx1"/>
                </a:solidFill>
                <a:latin typeface="+mn-lt"/>
                <a:ea typeface="+mn-ea"/>
                <a:cs typeface="+mn-cs"/>
              </a:defRPr>
            </a:lvl4pPr>
            <a:lvl5pPr marL="1659636" algn="l" defTabSz="829818" rtl="0" eaLnBrk="1" latinLnBrk="0" hangingPunct="1">
              <a:defRPr sz="1634" kern="1200">
                <a:solidFill>
                  <a:schemeClr val="tx1"/>
                </a:solidFill>
                <a:latin typeface="+mn-lt"/>
                <a:ea typeface="+mn-ea"/>
                <a:cs typeface="+mn-cs"/>
              </a:defRPr>
            </a:lvl5pPr>
            <a:lvl6pPr marL="2074545" algn="l" defTabSz="829818" rtl="0" eaLnBrk="1" latinLnBrk="0" hangingPunct="1">
              <a:defRPr sz="1634" kern="1200">
                <a:solidFill>
                  <a:schemeClr val="tx1"/>
                </a:solidFill>
                <a:latin typeface="+mn-lt"/>
                <a:ea typeface="+mn-ea"/>
                <a:cs typeface="+mn-cs"/>
              </a:defRPr>
            </a:lvl6pPr>
            <a:lvl7pPr marL="2489454" algn="l" defTabSz="829818" rtl="0" eaLnBrk="1" latinLnBrk="0" hangingPunct="1">
              <a:defRPr sz="1634" kern="1200">
                <a:solidFill>
                  <a:schemeClr val="tx1"/>
                </a:solidFill>
                <a:latin typeface="+mn-lt"/>
                <a:ea typeface="+mn-ea"/>
                <a:cs typeface="+mn-cs"/>
              </a:defRPr>
            </a:lvl7pPr>
            <a:lvl8pPr marL="2904363" algn="l" defTabSz="829818" rtl="0" eaLnBrk="1" latinLnBrk="0" hangingPunct="1">
              <a:defRPr sz="1634" kern="1200">
                <a:solidFill>
                  <a:schemeClr val="tx1"/>
                </a:solidFill>
                <a:latin typeface="+mn-lt"/>
                <a:ea typeface="+mn-ea"/>
                <a:cs typeface="+mn-cs"/>
              </a:defRPr>
            </a:lvl8pPr>
            <a:lvl9pPr marL="3319272" algn="l" defTabSz="829818" rtl="0" eaLnBrk="1" latinLnBrk="0" hangingPunct="1">
              <a:defRPr sz="1634" kern="1200">
                <a:solidFill>
                  <a:schemeClr val="tx1"/>
                </a:solidFill>
                <a:latin typeface="+mn-lt"/>
                <a:ea typeface="+mn-ea"/>
                <a:cs typeface="+mn-cs"/>
              </a:defRPr>
            </a:lvl9pPr>
          </a:lstStyle>
          <a:p>
            <a:pPr lvl="0">
              <a:spcBef>
                <a:spcPts val="300"/>
              </a:spcBef>
            </a:pPr>
            <a:r>
              <a:rPr lang="es-ES" sz="1100">
                <a:solidFill>
                  <a:prstClr val="black"/>
                </a:solidFill>
                <a:latin typeface="ABC Monument Grotesk Light" panose="020B0304040202060203" pitchFamily="34" charset="0"/>
                <a:sym typeface="Calibri"/>
              </a:rPr>
              <a:t>Deficiente</a:t>
            </a:r>
          </a:p>
          <a:p>
            <a:pPr>
              <a:spcBef>
                <a:spcPts val="300"/>
              </a:spcBef>
            </a:pPr>
            <a:r>
              <a:rPr lang="es-ES" sz="1100">
                <a:solidFill>
                  <a:prstClr val="black"/>
                </a:solidFill>
                <a:latin typeface="ABC Monument Grotesk Light" panose="020B0304040202060203" pitchFamily="34" charset="0"/>
                <a:sym typeface="Calibri"/>
              </a:rPr>
              <a:t>Insuficiente</a:t>
            </a:r>
          </a:p>
          <a:p>
            <a:pPr>
              <a:spcBef>
                <a:spcPts val="300"/>
              </a:spcBef>
            </a:pPr>
            <a:r>
              <a:rPr lang="es-ES" sz="1100">
                <a:solidFill>
                  <a:prstClr val="black"/>
                </a:solidFill>
                <a:latin typeface="ABC Monument Grotesk Light" panose="020B0304040202060203" pitchFamily="34" charset="0"/>
                <a:sym typeface="Calibri"/>
              </a:rPr>
              <a:t>Mejorable</a:t>
            </a:r>
          </a:p>
          <a:p>
            <a:pPr lvl="0">
              <a:spcBef>
                <a:spcPts val="300"/>
              </a:spcBef>
            </a:pPr>
            <a:r>
              <a:rPr lang="es-ES" sz="1600">
                <a:solidFill>
                  <a:prstClr val="black"/>
                </a:solidFill>
                <a:latin typeface="ABC Monument Grotesk Medium" panose="020B0604040202060203" pitchFamily="34" charset="0"/>
                <a:sym typeface="Calibri"/>
              </a:rPr>
              <a:t>Razonable</a:t>
            </a:r>
          </a:p>
          <a:p>
            <a:pPr lvl="0">
              <a:spcBef>
                <a:spcPts val="300"/>
              </a:spcBef>
            </a:pPr>
            <a:r>
              <a:rPr lang="es-ES" sz="1100">
                <a:solidFill>
                  <a:prstClr val="black"/>
                </a:solidFill>
                <a:latin typeface="ABC Monument Grotesk Light" panose="020B0304040202060203" pitchFamily="34" charset="0"/>
                <a:sym typeface="Calibri"/>
              </a:rPr>
              <a:t>Adecuado</a:t>
            </a:r>
            <a:endParaRPr lang="en-US" sz="1100">
              <a:solidFill>
                <a:prstClr val="black"/>
              </a:solidFill>
              <a:latin typeface="ABC Monument Grotesk Light" panose="020B0304040202060203" pitchFamily="34" charset="0"/>
              <a:sym typeface="Calibri"/>
            </a:endParaRPr>
          </a:p>
        </p:txBody>
      </p:sp>
      <p:sp>
        <p:nvSpPr>
          <p:cNvPr id="9" name="Elipse 8">
            <a:extLst>
              <a:ext uri="{FF2B5EF4-FFF2-40B4-BE49-F238E27FC236}">
                <a16:creationId xmlns:a16="http://schemas.microsoft.com/office/drawing/2014/main" id="{B30BAF86-4B7B-08B4-795B-61B5D6725FBA}"/>
              </a:ext>
            </a:extLst>
          </p:cNvPr>
          <p:cNvSpPr/>
          <p:nvPr/>
        </p:nvSpPr>
        <p:spPr>
          <a:xfrm>
            <a:off x="9957131" y="4167947"/>
            <a:ext cx="216000" cy="216000"/>
          </a:xfrm>
          <a:prstGeom prst="ellipse">
            <a:avLst/>
          </a:prstGeom>
          <a:solidFill>
            <a:srgbClr val="040404"/>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25400" tIns="25400" rIns="25400" bIns="25400" numCol="1" spcCol="38100" rtlCol="0" anchor="ctr">
            <a:spAutoFit/>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412750" hangingPunct="0"/>
            <a:endParaRPr lang="en-GB" sz="1400">
              <a:solidFill>
                <a:srgbClr val="FFFFFF"/>
              </a:solidFill>
              <a:latin typeface="ABC Monument Grotesk Light" panose="020B0304040202060203" pitchFamily="34" charset="0"/>
              <a:ea typeface="Helvetica Neue Medium"/>
              <a:cs typeface="Helvetica Neue Medium"/>
              <a:sym typeface="Helvetica Neue Medium"/>
            </a:endParaRPr>
          </a:p>
        </p:txBody>
      </p:sp>
      <p:sp>
        <p:nvSpPr>
          <p:cNvPr id="10" name="Rectángulo 9">
            <a:extLst>
              <a:ext uri="{FF2B5EF4-FFF2-40B4-BE49-F238E27FC236}">
                <a16:creationId xmlns:a16="http://schemas.microsoft.com/office/drawing/2014/main" id="{ACBF3F63-EB37-0AD2-B157-0BE75157E687}"/>
              </a:ext>
            </a:extLst>
          </p:cNvPr>
          <p:cNvSpPr/>
          <p:nvPr/>
        </p:nvSpPr>
        <p:spPr>
          <a:xfrm>
            <a:off x="331858" y="1152635"/>
            <a:ext cx="5976000" cy="5398914"/>
          </a:xfrm>
          <a:prstGeom prst="rect">
            <a:avLst/>
          </a:prstGeom>
        </p:spPr>
        <p:txBody>
          <a:bodyPr wrap="square">
            <a:spAutoFit/>
          </a:bodyPr>
          <a:lstStyle>
            <a:defPPr>
              <a:defRPr lang="es-ES"/>
            </a:defPPr>
            <a:lvl1pPr marL="0" algn="l" defTabSz="829818" rtl="0" eaLnBrk="1" latinLnBrk="0" hangingPunct="1">
              <a:defRPr sz="1634" kern="1200">
                <a:solidFill>
                  <a:schemeClr val="tx1"/>
                </a:solidFill>
                <a:latin typeface="+mn-lt"/>
                <a:ea typeface="+mn-ea"/>
                <a:cs typeface="+mn-cs"/>
              </a:defRPr>
            </a:lvl1pPr>
            <a:lvl2pPr marL="414909" algn="l" defTabSz="829818" rtl="0" eaLnBrk="1" latinLnBrk="0" hangingPunct="1">
              <a:defRPr sz="1634" kern="1200">
                <a:solidFill>
                  <a:schemeClr val="tx1"/>
                </a:solidFill>
                <a:latin typeface="+mn-lt"/>
                <a:ea typeface="+mn-ea"/>
                <a:cs typeface="+mn-cs"/>
              </a:defRPr>
            </a:lvl2pPr>
            <a:lvl3pPr marL="829818" algn="l" defTabSz="829818" rtl="0" eaLnBrk="1" latinLnBrk="0" hangingPunct="1">
              <a:defRPr sz="1634" kern="1200">
                <a:solidFill>
                  <a:schemeClr val="tx1"/>
                </a:solidFill>
                <a:latin typeface="+mn-lt"/>
                <a:ea typeface="+mn-ea"/>
                <a:cs typeface="+mn-cs"/>
              </a:defRPr>
            </a:lvl3pPr>
            <a:lvl4pPr marL="1244727" algn="l" defTabSz="829818" rtl="0" eaLnBrk="1" latinLnBrk="0" hangingPunct="1">
              <a:defRPr sz="1634" kern="1200">
                <a:solidFill>
                  <a:schemeClr val="tx1"/>
                </a:solidFill>
                <a:latin typeface="+mn-lt"/>
                <a:ea typeface="+mn-ea"/>
                <a:cs typeface="+mn-cs"/>
              </a:defRPr>
            </a:lvl4pPr>
            <a:lvl5pPr marL="1659636" algn="l" defTabSz="829818" rtl="0" eaLnBrk="1" latinLnBrk="0" hangingPunct="1">
              <a:defRPr sz="1634" kern="1200">
                <a:solidFill>
                  <a:schemeClr val="tx1"/>
                </a:solidFill>
                <a:latin typeface="+mn-lt"/>
                <a:ea typeface="+mn-ea"/>
                <a:cs typeface="+mn-cs"/>
              </a:defRPr>
            </a:lvl5pPr>
            <a:lvl6pPr marL="2074545" algn="l" defTabSz="829818" rtl="0" eaLnBrk="1" latinLnBrk="0" hangingPunct="1">
              <a:defRPr sz="1634" kern="1200">
                <a:solidFill>
                  <a:schemeClr val="tx1"/>
                </a:solidFill>
                <a:latin typeface="+mn-lt"/>
                <a:ea typeface="+mn-ea"/>
                <a:cs typeface="+mn-cs"/>
              </a:defRPr>
            </a:lvl6pPr>
            <a:lvl7pPr marL="2489454" algn="l" defTabSz="829818" rtl="0" eaLnBrk="1" latinLnBrk="0" hangingPunct="1">
              <a:defRPr sz="1634" kern="1200">
                <a:solidFill>
                  <a:schemeClr val="tx1"/>
                </a:solidFill>
                <a:latin typeface="+mn-lt"/>
                <a:ea typeface="+mn-ea"/>
                <a:cs typeface="+mn-cs"/>
              </a:defRPr>
            </a:lvl7pPr>
            <a:lvl8pPr marL="2904363" algn="l" defTabSz="829818" rtl="0" eaLnBrk="1" latinLnBrk="0" hangingPunct="1">
              <a:defRPr sz="1634" kern="1200">
                <a:solidFill>
                  <a:schemeClr val="tx1"/>
                </a:solidFill>
                <a:latin typeface="+mn-lt"/>
                <a:ea typeface="+mn-ea"/>
                <a:cs typeface="+mn-cs"/>
              </a:defRPr>
            </a:lvl8pPr>
            <a:lvl9pPr marL="3319272" algn="l" defTabSz="829818" rtl="0" eaLnBrk="1" latinLnBrk="0" hangingPunct="1">
              <a:defRPr sz="1634" kern="1200">
                <a:solidFill>
                  <a:schemeClr val="tx1"/>
                </a:solidFill>
                <a:latin typeface="+mn-lt"/>
                <a:ea typeface="+mn-ea"/>
                <a:cs typeface="+mn-cs"/>
              </a:defRPr>
            </a:lvl9pPr>
          </a:lstStyle>
          <a:p>
            <a:pPr algn="just">
              <a:spcBef>
                <a:spcPts val="545"/>
              </a:spcBef>
              <a:buSzPct val="70000"/>
            </a:pP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Lorem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ipsum</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dolor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sit</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amet</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consectetur</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adipiscing</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elit</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Praesent</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id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enim</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sed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lacus</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vehicula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cursus</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id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eget</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neque.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Fusce</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blandit</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eleifend</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pharetra</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Phasellus</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consectetur</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id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purus</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in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bibendum</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Quisque ornare, nunc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vel</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faucibus</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fringilla</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ex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sem</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convallis</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lectus</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eu</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maximus</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dui</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justo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eu</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lorem</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Sed lacinia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est</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et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eleifend</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mattis</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Sed in urna sed justo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iaculis</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gravida</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in ut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quam</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Proin</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porta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enim</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et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sodales</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rutrum</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Donec</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sem</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erat</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bibendum</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quis odio ac,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tincidunt</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finibus</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arcu</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Praesent</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nisl</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augue</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condimentum</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in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arcu</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sit</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amet</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hendrerit</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ultricies</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felis</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Mauris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accumsan</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orci</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ac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tincidunt</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vehicula, ex urna commodo neque, non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vulputate</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dui</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dui</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vel</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sem</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Vestibulum</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blandit</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quis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est</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sit</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amet</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ornare.</a:t>
            </a:r>
          </a:p>
          <a:p>
            <a:pPr algn="just">
              <a:spcBef>
                <a:spcPts val="545"/>
              </a:spcBef>
              <a:buSzPct val="70000"/>
            </a:pPr>
            <a:endPar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endParaRPr>
          </a:p>
          <a:p>
            <a:pPr algn="just">
              <a:spcBef>
                <a:spcPts val="545"/>
              </a:spcBef>
              <a:buSzPct val="70000"/>
            </a:pP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Vivamus</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tincidunt</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metus</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maximus</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ullamcorper</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Maecenas</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magna mauris,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convallis</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laoreet</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et,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iaculis</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mi.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Maecenas</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maximus</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augue</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varius</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eleifend</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Mauris quis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metus</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semper</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finibus</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ante sed,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tincidunt</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augue</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Cras quis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massa</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mi. Ut id ex id nunc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posuere</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porttitor</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Cras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vel</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egestas</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diam</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Integer</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ut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nisi</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ac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orci</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pellentesque</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tempus</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Suspendisse</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lacinia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velit</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orci</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iaculis</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nisl</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sollicitudin</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ac.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Pellentesque</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ac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nisl</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libero.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Proin</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venenatis</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cursus</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felis</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et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iaculis</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Duis quis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bibendum</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nibh</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a:t>
            </a:r>
          </a:p>
          <a:p>
            <a:pPr algn="just">
              <a:spcBef>
                <a:spcPts val="545"/>
              </a:spcBef>
              <a:buSzPct val="70000"/>
            </a:pP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Cras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elit</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dolor,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blandit</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ac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sapien</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eget</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scelerisque</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volutpat</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ligula</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Aenean</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tellus</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risus</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aliquet</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vitae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viverra</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eu</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fringilla</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sit</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amet</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sapien</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Ut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sit</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amet</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erat</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quis ante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sodales</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varius</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Quisque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facilisis</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ipsum</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 ultrices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eleifend</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tortor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lorem</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luctus</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turpis</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ultrices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turpis</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ex et eros.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Etiam</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ac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velit</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odio. Nam ut neque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nec</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mi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hendrerit</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porttitor</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et a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risus</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p>
          <a:p>
            <a:pPr algn="just">
              <a:spcBef>
                <a:spcPts val="545"/>
              </a:spcBef>
              <a:buSzPct val="70000"/>
            </a:pP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Nam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ipsum</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orci</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accumsan</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sit</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amet</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pharetra</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nec</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tincidunt</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nec</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nibh</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Morbi</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semper</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mattis</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quam</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scelerisque</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porttitor</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Pellentesque</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mollis</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turpis</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magna,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eget</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convallis</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elit</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feugiat</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nec</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Aliquam</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porta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nisl</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non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tincidunt</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laoreet</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Duis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gravida</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nulla</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turpis</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quis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mattis</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eros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interdum</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nec</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Proin</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leo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nisi</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euismod</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non libero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eu</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fermentum</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tempor</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massa</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Ut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aliquam</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diam</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nisi</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eget</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pellentesque</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est</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maximus</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eu</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Donec</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efficitur</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ultrices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lectus</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Cras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dignissim</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ullamcorper</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justo,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dapibus</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finibus</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ante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blandit</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aliquet</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Nulla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finibus</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augue</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in odio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iaculis</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vitae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varius</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tellus</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 </a:t>
            </a:r>
            <a:r>
              <a:rPr lang="es-ES" sz="1200" dirty="0" err="1">
                <a:latin typeface="ABC Monument Grotesk Thin" panose="020B0204040202060203" pitchFamily="34" charset="0"/>
                <a:ea typeface="Arial Unicode MS" panose="020B0604020202020204" pitchFamily="34" charset="-128"/>
                <a:cs typeface="Arial Unicode MS" panose="020B0604020202020204" pitchFamily="34" charset="-128"/>
              </a:rPr>
              <a:t>malesuada</a:t>
            </a: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a:t>
            </a:r>
          </a:p>
          <a:p>
            <a:pPr algn="just">
              <a:spcBef>
                <a:spcPts val="545"/>
              </a:spcBef>
              <a:buSzPct val="70000"/>
            </a:pPr>
            <a:r>
              <a:rPr lang="es-ES" sz="1200" dirty="0">
                <a:latin typeface="ABC Monument Grotesk Thin" panose="020B0204040202060203" pitchFamily="34" charset="0"/>
                <a:ea typeface="Arial Unicode MS" panose="020B0604020202020204" pitchFamily="34" charset="-128"/>
                <a:cs typeface="Arial Unicode MS" panose="020B0604020202020204" pitchFamily="34" charset="-128"/>
              </a:rPr>
              <a:t>…...</a:t>
            </a:r>
          </a:p>
        </p:txBody>
      </p:sp>
    </p:spTree>
    <p:extLst>
      <p:ext uri="{BB962C8B-B14F-4D97-AF65-F5344CB8AC3E}">
        <p14:creationId xmlns:p14="http://schemas.microsoft.com/office/powerpoint/2010/main" val="41980552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4">
            <a:extLst>
              <a:ext uri="{FF2B5EF4-FFF2-40B4-BE49-F238E27FC236}">
                <a16:creationId xmlns:a16="http://schemas.microsoft.com/office/drawing/2014/main" id="{ED3A1957-3A80-4866-938F-EFE7D284A52F}"/>
              </a:ext>
            </a:extLst>
          </p:cNvPr>
          <p:cNvSpPr txBox="1"/>
          <p:nvPr/>
        </p:nvSpPr>
        <p:spPr>
          <a:xfrm>
            <a:off x="879802" y="1280551"/>
            <a:ext cx="9942185" cy="3938831"/>
          </a:xfrm>
          <a:prstGeom prst="rect">
            <a:avLst/>
          </a:prstGeom>
        </p:spPr>
        <p:txBody>
          <a:bodyPr vert="horz" wrap="square" lIns="0" tIns="0" rIns="0" bIns="0" rtlCol="0">
            <a:noAutofit/>
          </a:bodyPr>
          <a:lstStyle>
            <a:defPPr>
              <a:defRPr lang="es-ES"/>
            </a:defPPr>
            <a:lvl1pPr marL="0" algn="l" defTabSz="829818" rtl="0" eaLnBrk="1" latinLnBrk="0" hangingPunct="1">
              <a:defRPr sz="1634" kern="1200">
                <a:solidFill>
                  <a:schemeClr val="tx1"/>
                </a:solidFill>
                <a:latin typeface="+mn-lt"/>
                <a:ea typeface="+mn-ea"/>
                <a:cs typeface="+mn-cs"/>
              </a:defRPr>
            </a:lvl1pPr>
            <a:lvl2pPr marL="414909" algn="l" defTabSz="829818" rtl="0" eaLnBrk="1" latinLnBrk="0" hangingPunct="1">
              <a:defRPr sz="1634" kern="1200">
                <a:solidFill>
                  <a:schemeClr val="tx1"/>
                </a:solidFill>
                <a:latin typeface="+mn-lt"/>
                <a:ea typeface="+mn-ea"/>
                <a:cs typeface="+mn-cs"/>
              </a:defRPr>
            </a:lvl2pPr>
            <a:lvl3pPr marL="829818" algn="l" defTabSz="829818" rtl="0" eaLnBrk="1" latinLnBrk="0" hangingPunct="1">
              <a:defRPr sz="1634" kern="1200">
                <a:solidFill>
                  <a:schemeClr val="tx1"/>
                </a:solidFill>
                <a:latin typeface="+mn-lt"/>
                <a:ea typeface="+mn-ea"/>
                <a:cs typeface="+mn-cs"/>
              </a:defRPr>
            </a:lvl3pPr>
            <a:lvl4pPr marL="1244727" algn="l" defTabSz="829818" rtl="0" eaLnBrk="1" latinLnBrk="0" hangingPunct="1">
              <a:defRPr sz="1634" kern="1200">
                <a:solidFill>
                  <a:schemeClr val="tx1"/>
                </a:solidFill>
                <a:latin typeface="+mn-lt"/>
                <a:ea typeface="+mn-ea"/>
                <a:cs typeface="+mn-cs"/>
              </a:defRPr>
            </a:lvl4pPr>
            <a:lvl5pPr marL="1659636" algn="l" defTabSz="829818" rtl="0" eaLnBrk="1" latinLnBrk="0" hangingPunct="1">
              <a:defRPr sz="1634" kern="1200">
                <a:solidFill>
                  <a:schemeClr val="tx1"/>
                </a:solidFill>
                <a:latin typeface="+mn-lt"/>
                <a:ea typeface="+mn-ea"/>
                <a:cs typeface="+mn-cs"/>
              </a:defRPr>
            </a:lvl5pPr>
            <a:lvl6pPr marL="2074545" algn="l" defTabSz="829818" rtl="0" eaLnBrk="1" latinLnBrk="0" hangingPunct="1">
              <a:defRPr sz="1634" kern="1200">
                <a:solidFill>
                  <a:schemeClr val="tx1"/>
                </a:solidFill>
                <a:latin typeface="+mn-lt"/>
                <a:ea typeface="+mn-ea"/>
                <a:cs typeface="+mn-cs"/>
              </a:defRPr>
            </a:lvl6pPr>
            <a:lvl7pPr marL="2489454" algn="l" defTabSz="829818" rtl="0" eaLnBrk="1" latinLnBrk="0" hangingPunct="1">
              <a:defRPr sz="1634" kern="1200">
                <a:solidFill>
                  <a:schemeClr val="tx1"/>
                </a:solidFill>
                <a:latin typeface="+mn-lt"/>
                <a:ea typeface="+mn-ea"/>
                <a:cs typeface="+mn-cs"/>
              </a:defRPr>
            </a:lvl7pPr>
            <a:lvl8pPr marL="2904363" algn="l" defTabSz="829818" rtl="0" eaLnBrk="1" latinLnBrk="0" hangingPunct="1">
              <a:defRPr sz="1634" kern="1200">
                <a:solidFill>
                  <a:schemeClr val="tx1"/>
                </a:solidFill>
                <a:latin typeface="+mn-lt"/>
                <a:ea typeface="+mn-ea"/>
                <a:cs typeface="+mn-cs"/>
              </a:defRPr>
            </a:lvl8pPr>
            <a:lvl9pPr marL="3319272" algn="l" defTabSz="829818" rtl="0" eaLnBrk="1" latinLnBrk="0" hangingPunct="1">
              <a:defRPr sz="1634" kern="1200">
                <a:solidFill>
                  <a:schemeClr val="tx1"/>
                </a:solidFill>
                <a:latin typeface="+mn-lt"/>
                <a:ea typeface="+mn-ea"/>
                <a:cs typeface="+mn-cs"/>
              </a:defRPr>
            </a:lvl9pPr>
          </a:lstStyle>
          <a:p>
            <a:pPr marL="10950">
              <a:buClr>
                <a:srgbClr val="17375E"/>
              </a:buClr>
              <a:buSzPct val="121739"/>
              <a:tabLst>
                <a:tab pos="440906" algn="l"/>
              </a:tabLst>
            </a:pPr>
            <a:r>
              <a:rPr lang="es-ES" sz="2200">
                <a:latin typeface="ABC Monument Grotesk Thin" panose="020B0204040202060203" pitchFamily="34" charset="0"/>
                <a:cs typeface="Times New Roman"/>
              </a:rPr>
              <a:t>Introducción</a:t>
            </a:r>
          </a:p>
          <a:p>
            <a:pPr marL="10950">
              <a:buClr>
                <a:srgbClr val="17375E"/>
              </a:buClr>
              <a:buSzPct val="121739"/>
              <a:tabLst>
                <a:tab pos="440906" algn="l"/>
              </a:tabLst>
            </a:pPr>
            <a:endParaRPr lang="es-ES" sz="2000">
              <a:latin typeface="ABC Monument Grotesk Thin" panose="020B0204040202060203" pitchFamily="34" charset="0"/>
              <a:cs typeface="Times New Roman"/>
            </a:endParaRPr>
          </a:p>
          <a:p>
            <a:pPr marL="10950">
              <a:buClr>
                <a:srgbClr val="17375E"/>
              </a:buClr>
              <a:buSzPct val="121739"/>
              <a:tabLst>
                <a:tab pos="440906" algn="l"/>
              </a:tabLst>
            </a:pPr>
            <a:endParaRPr lang="es-ES" sz="2000">
              <a:latin typeface="ABC Monument Grotesk Thin" panose="020B0204040202060203" pitchFamily="34" charset="0"/>
              <a:cs typeface="Times New Roman"/>
            </a:endParaRPr>
          </a:p>
          <a:p>
            <a:pPr marL="10950">
              <a:buClr>
                <a:srgbClr val="17375E"/>
              </a:buClr>
              <a:buSzPct val="121739"/>
              <a:tabLst>
                <a:tab pos="440906" algn="l"/>
              </a:tabLst>
            </a:pPr>
            <a:r>
              <a:rPr lang="es-ES" sz="2200">
                <a:latin typeface="ABC Monument Grotesk Thin" panose="020B0204040202060203" pitchFamily="34" charset="0"/>
                <a:cs typeface="Times New Roman"/>
              </a:rPr>
              <a:t>Resumen ejecutivo</a:t>
            </a:r>
          </a:p>
          <a:p>
            <a:pPr marL="10950">
              <a:buClr>
                <a:srgbClr val="17375E"/>
              </a:buClr>
              <a:buSzPct val="121739"/>
              <a:tabLst>
                <a:tab pos="440906" algn="l"/>
              </a:tabLst>
            </a:pPr>
            <a:endParaRPr lang="es-ES" sz="2000">
              <a:latin typeface="ABC Monument Grotesk Thin" panose="020B0204040202060203" pitchFamily="34" charset="0"/>
              <a:cs typeface="Times New Roman"/>
            </a:endParaRPr>
          </a:p>
          <a:p>
            <a:pPr marL="10950">
              <a:buClr>
                <a:srgbClr val="17375E"/>
              </a:buClr>
              <a:buSzPct val="121739"/>
              <a:tabLst>
                <a:tab pos="440906" algn="l"/>
              </a:tabLst>
            </a:pPr>
            <a:endParaRPr lang="es-ES" sz="2000">
              <a:latin typeface="ABC Monument Grotesk Thin" panose="020B0204040202060203" pitchFamily="34" charset="0"/>
              <a:cs typeface="Times New Roman"/>
            </a:endParaRPr>
          </a:p>
          <a:p>
            <a:pPr marL="10950">
              <a:buClr>
                <a:srgbClr val="17375E"/>
              </a:buClr>
              <a:buSzPct val="121739"/>
              <a:tabLst>
                <a:tab pos="440906" algn="l"/>
              </a:tabLst>
            </a:pPr>
            <a:r>
              <a:rPr lang="es-ES" sz="5400">
                <a:latin typeface="ABC Monument Grotesk" panose="020B0504040202060203" pitchFamily="34" charset="0"/>
                <a:cs typeface="Times New Roman"/>
              </a:rPr>
              <a:t>Detalle de conclusiones</a:t>
            </a:r>
          </a:p>
          <a:p>
            <a:pPr marL="10950">
              <a:buClr>
                <a:srgbClr val="17375E"/>
              </a:buClr>
              <a:buSzPct val="121739"/>
              <a:tabLst>
                <a:tab pos="440906" algn="l"/>
              </a:tabLst>
            </a:pPr>
            <a:endParaRPr lang="es-ES" sz="2000">
              <a:latin typeface="ABC Monument Grotesk Thin" panose="020B0204040202060203" pitchFamily="34" charset="0"/>
              <a:cs typeface="Times New Roman"/>
            </a:endParaRPr>
          </a:p>
          <a:p>
            <a:pPr marL="10950">
              <a:buClr>
                <a:srgbClr val="17375E"/>
              </a:buClr>
              <a:buSzPct val="121739"/>
              <a:tabLst>
                <a:tab pos="440906" algn="l"/>
              </a:tabLst>
            </a:pPr>
            <a:endParaRPr lang="es-ES" sz="2000">
              <a:latin typeface="ABC Monument Grotesk Thin" panose="020B0204040202060203" pitchFamily="34" charset="0"/>
              <a:cs typeface="Times New Roman"/>
            </a:endParaRPr>
          </a:p>
          <a:p>
            <a:pPr marL="10950">
              <a:buClr>
                <a:srgbClr val="17375E"/>
              </a:buClr>
              <a:buSzPct val="121739"/>
              <a:tabLst>
                <a:tab pos="440906" algn="l"/>
              </a:tabLst>
            </a:pPr>
            <a:r>
              <a:rPr lang="es-ES" sz="2200">
                <a:latin typeface="ABC Monument Grotesk Thin" panose="020B0204040202060203" pitchFamily="34" charset="0"/>
                <a:cs typeface="Times New Roman"/>
              </a:rPr>
              <a:t>Sugerencias de mejora</a:t>
            </a:r>
          </a:p>
          <a:p>
            <a:pPr marL="10950">
              <a:buClr>
                <a:srgbClr val="17375E"/>
              </a:buClr>
              <a:buSzPct val="121739"/>
              <a:tabLst>
                <a:tab pos="440906" algn="l"/>
              </a:tabLst>
            </a:pPr>
            <a:endParaRPr lang="es-ES" sz="2200">
              <a:latin typeface="ABC Monument Grotesk Thin" panose="020B0204040202060203" pitchFamily="34" charset="0"/>
              <a:cs typeface="Times New Roman"/>
            </a:endParaRPr>
          </a:p>
          <a:p>
            <a:pPr marL="10950">
              <a:buClr>
                <a:srgbClr val="17375E"/>
              </a:buClr>
              <a:buSzPct val="121739"/>
              <a:tabLst>
                <a:tab pos="440906" algn="l"/>
              </a:tabLst>
            </a:pPr>
            <a:endParaRPr lang="es-ES" sz="2200">
              <a:latin typeface="ABC Monument Grotesk Thin" panose="020B0204040202060203" pitchFamily="34" charset="0"/>
              <a:cs typeface="Times New Roman"/>
            </a:endParaRPr>
          </a:p>
          <a:p>
            <a:pPr marL="10950">
              <a:buClr>
                <a:srgbClr val="17375E"/>
              </a:buClr>
              <a:buSzPct val="121739"/>
              <a:tabLst>
                <a:tab pos="440906" algn="l"/>
              </a:tabLst>
            </a:pPr>
            <a:r>
              <a:rPr lang="es-ES" sz="2200">
                <a:latin typeface="ABC Monument Grotesk Thin" panose="020B0204040202060203" pitchFamily="34" charset="0"/>
                <a:cs typeface="Times New Roman"/>
              </a:rPr>
              <a:t>Anexos</a:t>
            </a:r>
            <a:endParaRPr sz="2200">
              <a:latin typeface="ABC Monument Grotesk Thin" panose="020B0204040202060203" pitchFamily="34" charset="0"/>
              <a:cs typeface="Times New Roman"/>
            </a:endParaRPr>
          </a:p>
        </p:txBody>
      </p:sp>
      <p:cxnSp>
        <p:nvCxnSpPr>
          <p:cNvPr id="8" name="Conector recto 7">
            <a:extLst>
              <a:ext uri="{FF2B5EF4-FFF2-40B4-BE49-F238E27FC236}">
                <a16:creationId xmlns:a16="http://schemas.microsoft.com/office/drawing/2014/main" id="{03E9FB98-BFCA-4710-A800-237F691608E1}"/>
              </a:ext>
            </a:extLst>
          </p:cNvPr>
          <p:cNvCxnSpPr/>
          <p:nvPr/>
        </p:nvCxnSpPr>
        <p:spPr>
          <a:xfrm>
            <a:off x="440803" y="622994"/>
            <a:ext cx="0" cy="550526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Elipse 8">
            <a:extLst>
              <a:ext uri="{FF2B5EF4-FFF2-40B4-BE49-F238E27FC236}">
                <a16:creationId xmlns:a16="http://schemas.microsoft.com/office/drawing/2014/main" id="{FD100F16-962E-4BE4-9375-C71F71F5B2EA}"/>
              </a:ext>
            </a:extLst>
          </p:cNvPr>
          <p:cNvSpPr/>
          <p:nvPr/>
        </p:nvSpPr>
        <p:spPr>
          <a:xfrm>
            <a:off x="354629" y="1349999"/>
            <a:ext cx="180000" cy="180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Elipse 9">
            <a:extLst>
              <a:ext uri="{FF2B5EF4-FFF2-40B4-BE49-F238E27FC236}">
                <a16:creationId xmlns:a16="http://schemas.microsoft.com/office/drawing/2014/main" id="{8D8867A4-CD94-4179-B842-CC656208F5F5}"/>
              </a:ext>
            </a:extLst>
          </p:cNvPr>
          <p:cNvSpPr/>
          <p:nvPr/>
        </p:nvSpPr>
        <p:spPr>
          <a:xfrm>
            <a:off x="354629" y="2289482"/>
            <a:ext cx="180000" cy="180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Elipse 10">
            <a:extLst>
              <a:ext uri="{FF2B5EF4-FFF2-40B4-BE49-F238E27FC236}">
                <a16:creationId xmlns:a16="http://schemas.microsoft.com/office/drawing/2014/main" id="{1F6AA0DD-FF03-49B2-9414-5686FF127381}"/>
              </a:ext>
            </a:extLst>
          </p:cNvPr>
          <p:cNvSpPr/>
          <p:nvPr/>
        </p:nvSpPr>
        <p:spPr>
          <a:xfrm>
            <a:off x="354629" y="3458691"/>
            <a:ext cx="180000" cy="180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Elipse 11">
            <a:extLst>
              <a:ext uri="{FF2B5EF4-FFF2-40B4-BE49-F238E27FC236}">
                <a16:creationId xmlns:a16="http://schemas.microsoft.com/office/drawing/2014/main" id="{A42C5769-4B0F-40B0-89D0-4E2F5D38B044}"/>
              </a:ext>
            </a:extLst>
          </p:cNvPr>
          <p:cNvSpPr/>
          <p:nvPr/>
        </p:nvSpPr>
        <p:spPr>
          <a:xfrm>
            <a:off x="354629" y="4644833"/>
            <a:ext cx="180000" cy="180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Elipse 12">
            <a:extLst>
              <a:ext uri="{FF2B5EF4-FFF2-40B4-BE49-F238E27FC236}">
                <a16:creationId xmlns:a16="http://schemas.microsoft.com/office/drawing/2014/main" id="{8E2ACE9A-CC9D-4E39-B2DC-B295BE2B98AB}"/>
              </a:ext>
            </a:extLst>
          </p:cNvPr>
          <p:cNvSpPr/>
          <p:nvPr/>
        </p:nvSpPr>
        <p:spPr>
          <a:xfrm>
            <a:off x="354629" y="5665007"/>
            <a:ext cx="180000" cy="180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 name="Imagen 9">
            <a:extLst>
              <a:ext uri="{FF2B5EF4-FFF2-40B4-BE49-F238E27FC236}">
                <a16:creationId xmlns:a16="http://schemas.microsoft.com/office/drawing/2014/main" id="{B280BF59-730F-BD4B-6D21-580027446B4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11036174" y="6361995"/>
            <a:ext cx="764324" cy="213122"/>
          </a:xfrm>
          <a:prstGeom prst="rect">
            <a:avLst/>
          </a:prstGeom>
        </p:spPr>
      </p:pic>
    </p:spTree>
    <p:extLst>
      <p:ext uri="{BB962C8B-B14F-4D97-AF65-F5344CB8AC3E}">
        <p14:creationId xmlns:p14="http://schemas.microsoft.com/office/powerpoint/2010/main" val="6873467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8A355C-B31A-8248-7AB8-937FD49FFAE8}"/>
            </a:ext>
          </a:extLst>
        </p:cNvPr>
        <p:cNvGrpSpPr/>
        <p:nvPr/>
      </p:nvGrpSpPr>
      <p:grpSpPr>
        <a:xfrm>
          <a:off x="0" y="0"/>
          <a:ext cx="0" cy="0"/>
          <a:chOff x="0" y="0"/>
          <a:chExt cx="0" cy="0"/>
        </a:xfrm>
      </p:grpSpPr>
      <p:sp>
        <p:nvSpPr>
          <p:cNvPr id="5" name="Rectángulo 4">
            <a:extLst>
              <a:ext uri="{FF2B5EF4-FFF2-40B4-BE49-F238E27FC236}">
                <a16:creationId xmlns:a16="http://schemas.microsoft.com/office/drawing/2014/main" id="{7A935EF5-A2D1-FE96-A9A2-0925EAAA41B8}"/>
              </a:ext>
            </a:extLst>
          </p:cNvPr>
          <p:cNvSpPr/>
          <p:nvPr/>
        </p:nvSpPr>
        <p:spPr>
          <a:xfrm>
            <a:off x="774053" y="3014507"/>
            <a:ext cx="7629884" cy="2243293"/>
          </a:xfrm>
          <a:prstGeom prst="rect">
            <a:avLst/>
          </a:prstGeom>
          <a:solidFill>
            <a:schemeClr val="bg1">
              <a:lumMod val="95000"/>
            </a:scheme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aphicFrame>
        <p:nvGraphicFramePr>
          <p:cNvPr id="11" name="Tabla 7">
            <a:extLst>
              <a:ext uri="{FF2B5EF4-FFF2-40B4-BE49-F238E27FC236}">
                <a16:creationId xmlns:a16="http://schemas.microsoft.com/office/drawing/2014/main" id="{104F61DE-DE85-D989-824C-0C36A71CA27F}"/>
              </a:ext>
            </a:extLst>
          </p:cNvPr>
          <p:cNvGraphicFramePr>
            <a:graphicFrameLocks noGrp="1"/>
          </p:cNvGraphicFramePr>
          <p:nvPr>
            <p:extLst>
              <p:ext uri="{D42A27DB-BD31-4B8C-83A1-F6EECF244321}">
                <p14:modId xmlns:p14="http://schemas.microsoft.com/office/powerpoint/2010/main" val="738101985"/>
              </p:ext>
            </p:extLst>
          </p:nvPr>
        </p:nvGraphicFramePr>
        <p:xfrm>
          <a:off x="324405" y="927535"/>
          <a:ext cx="11580449" cy="5386824"/>
        </p:xfrm>
        <a:graphic>
          <a:graphicData uri="http://schemas.openxmlformats.org/drawingml/2006/table">
            <a:tbl>
              <a:tblPr firstRow="1" bandRow="1">
                <a:tableStyleId>{5940675A-B579-460E-94D1-54222C63F5DA}</a:tableStyleId>
              </a:tblPr>
              <a:tblGrid>
                <a:gridCol w="286461">
                  <a:extLst>
                    <a:ext uri="{9D8B030D-6E8A-4147-A177-3AD203B41FA5}">
                      <a16:colId xmlns:a16="http://schemas.microsoft.com/office/drawing/2014/main" val="3881384108"/>
                    </a:ext>
                  </a:extLst>
                </a:gridCol>
                <a:gridCol w="7801988">
                  <a:extLst>
                    <a:ext uri="{9D8B030D-6E8A-4147-A177-3AD203B41FA5}">
                      <a16:colId xmlns:a16="http://schemas.microsoft.com/office/drawing/2014/main" val="128456942"/>
                    </a:ext>
                  </a:extLst>
                </a:gridCol>
                <a:gridCol w="2052000">
                  <a:extLst>
                    <a:ext uri="{9D8B030D-6E8A-4147-A177-3AD203B41FA5}">
                      <a16:colId xmlns:a16="http://schemas.microsoft.com/office/drawing/2014/main" val="1112410109"/>
                    </a:ext>
                  </a:extLst>
                </a:gridCol>
                <a:gridCol w="1440000">
                  <a:extLst>
                    <a:ext uri="{9D8B030D-6E8A-4147-A177-3AD203B41FA5}">
                      <a16:colId xmlns:a16="http://schemas.microsoft.com/office/drawing/2014/main" val="780516070"/>
                    </a:ext>
                  </a:extLst>
                </a:gridCol>
              </a:tblGrid>
              <a:tr h="5386824">
                <a:tc>
                  <a:txBody>
                    <a:bodyPr/>
                    <a:lstStyle/>
                    <a:p>
                      <a:pPr marL="0" marR="0" lvl="0" indent="0" algn="ctr" defTabSz="914400" rtl="0" eaLnBrk="1" fontAlgn="auto" latinLnBrk="0" hangingPunct="0">
                        <a:lnSpc>
                          <a:spcPct val="100000"/>
                        </a:lnSpc>
                        <a:spcBef>
                          <a:spcPts val="0"/>
                        </a:spcBef>
                        <a:spcAft>
                          <a:spcPts val="0"/>
                        </a:spcAft>
                        <a:buClrTx/>
                        <a:buSzTx/>
                        <a:buFontTx/>
                        <a:buNone/>
                        <a:tabLst/>
                        <a:defRPr/>
                      </a:pPr>
                      <a:r>
                        <a:rPr kumimoji="0" lang="es-ES" sz="1000" b="0" i="0" u="none" strike="noStrike" kern="0" cap="none" spc="-300" normalizeH="0" baseline="0" noProof="0">
                          <a:ln>
                            <a:noFill/>
                          </a:ln>
                          <a:solidFill>
                            <a:schemeClr val="bg1"/>
                          </a:solidFill>
                          <a:effectLst/>
                          <a:uFillTx/>
                          <a:latin typeface="ABC Monument Grotesk Medium" panose="020B0604040202060203" pitchFamily="34" charset="0"/>
                          <a:ea typeface="+mn-ea"/>
                          <a:cs typeface="+mn-cs"/>
                        </a:rPr>
                        <a:t>RIESGO ALTO</a:t>
                      </a:r>
                      <a:endParaRPr kumimoji="0" lang="es-ES" sz="1100" b="0" i="0" u="none" strike="noStrike" kern="1200" cap="none" spc="0" normalizeH="0" baseline="0" noProof="0">
                        <a:ln>
                          <a:noFill/>
                        </a:ln>
                        <a:solidFill>
                          <a:schemeClr val="tx1"/>
                        </a:solidFill>
                        <a:effectLst/>
                        <a:uFillTx/>
                        <a:latin typeface="ABC Monument Grotesk Thin"/>
                        <a:ea typeface="+mn-ea"/>
                        <a:cs typeface="+mn-cs"/>
                      </a:endParaRPr>
                    </a:p>
                  </a:txBody>
                  <a:tcPr marL="72000" marR="72000" marT="72000" marB="72000" vert="wordArtVert" anchor="ctr">
                    <a:lnL w="6350" cap="flat" cmpd="sng" algn="ctr">
                      <a:solidFill>
                        <a:schemeClr val="bg1"/>
                      </a:solidFill>
                      <a:prstDash val="sysDashDotDot"/>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958473"/>
                      </a:solidFill>
                      <a:prstDash val="solid"/>
                      <a:round/>
                      <a:headEnd type="none" w="med" len="med"/>
                      <a:tailEnd type="none" w="med" len="med"/>
                    </a:lnB>
                    <a:solidFill>
                      <a:srgbClr val="6FB1AF"/>
                    </a:solidFill>
                  </a:tcPr>
                </a:tc>
                <a:tc>
                  <a:txBody>
                    <a:bodyPr/>
                    <a:lstStyle/>
                    <a:p>
                      <a:pPr marL="182563" marR="0" lvl="0" indent="0" algn="just" defTabSz="1007486" rtl="0" eaLnBrk="1" fontAlgn="auto" latinLnBrk="0" hangingPunct="1">
                        <a:lnSpc>
                          <a:spcPct val="100000"/>
                        </a:lnSpc>
                        <a:spcBef>
                          <a:spcPts val="0"/>
                        </a:spcBef>
                        <a:spcAft>
                          <a:spcPts val="0"/>
                        </a:spcAft>
                        <a:buClrTx/>
                        <a:buSzTx/>
                        <a:buFontTx/>
                        <a:buNone/>
                        <a:tabLst/>
                        <a:defRPr/>
                      </a:pPr>
                      <a:r>
                        <a:rPr lang="es-ES" sz="1600" noProof="0" dirty="0">
                          <a:latin typeface="ABC Monument Grotesk" panose="020B0504040202060203" pitchFamily="34" charset="0"/>
                        </a:rPr>
                        <a:t>01 </a:t>
                      </a:r>
                      <a:r>
                        <a:rPr kumimoji="0" lang="es-ES" sz="1600" b="0" i="0" u="none" strike="noStrike" kern="1200" cap="none" spc="0" normalizeH="0" baseline="0" dirty="0">
                          <a:ln>
                            <a:noFill/>
                          </a:ln>
                          <a:solidFill>
                            <a:schemeClr val="tx1"/>
                          </a:solidFill>
                          <a:effectLst/>
                          <a:uFillTx/>
                          <a:latin typeface="ABC Monument Grotesk Thin"/>
                          <a:ea typeface="+mn-ea"/>
                          <a:cs typeface="+mn-cs"/>
                        </a:rPr>
                        <a:t>Lorem </a:t>
                      </a:r>
                      <a:r>
                        <a:rPr kumimoji="0" lang="es-ES" sz="1600" b="0" i="0" u="none" strike="noStrike" kern="1200" cap="none" spc="0" normalizeH="0" baseline="0" dirty="0" err="1">
                          <a:ln>
                            <a:noFill/>
                          </a:ln>
                          <a:solidFill>
                            <a:schemeClr val="tx1"/>
                          </a:solidFill>
                          <a:effectLst/>
                          <a:uFillTx/>
                          <a:latin typeface="ABC Monument Grotesk Thin"/>
                          <a:ea typeface="+mn-ea"/>
                          <a:cs typeface="+mn-cs"/>
                        </a:rPr>
                        <a:t>ipsum</a:t>
                      </a:r>
                      <a:r>
                        <a:rPr kumimoji="0" lang="es-ES" sz="1600" b="0" i="0" u="none" strike="noStrike" kern="1200" cap="none" spc="0" normalizeH="0" baseline="0" dirty="0">
                          <a:ln>
                            <a:noFill/>
                          </a:ln>
                          <a:solidFill>
                            <a:schemeClr val="tx1"/>
                          </a:solidFill>
                          <a:effectLst/>
                          <a:uFillTx/>
                          <a:latin typeface="ABC Monument Grotesk Thin"/>
                          <a:ea typeface="+mn-ea"/>
                          <a:cs typeface="+mn-cs"/>
                        </a:rPr>
                        <a:t> dolor </a:t>
                      </a:r>
                      <a:r>
                        <a:rPr kumimoji="0" lang="es-ES" sz="1600" b="0" i="0" u="none" strike="noStrike" kern="1200" cap="none" spc="0" normalizeH="0" baseline="0" dirty="0" err="1">
                          <a:ln>
                            <a:noFill/>
                          </a:ln>
                          <a:solidFill>
                            <a:schemeClr val="tx1"/>
                          </a:solidFill>
                          <a:effectLst/>
                          <a:uFillTx/>
                          <a:latin typeface="ABC Monument Grotesk Thin"/>
                          <a:ea typeface="+mn-ea"/>
                          <a:cs typeface="+mn-cs"/>
                        </a:rPr>
                        <a:t>sit</a:t>
                      </a:r>
                      <a:r>
                        <a:rPr kumimoji="0" lang="es-ES" sz="1600" b="0" i="0" u="none" strike="noStrike" kern="1200" cap="none" spc="0" normalizeH="0" baseline="0" dirty="0">
                          <a:ln>
                            <a:noFill/>
                          </a:ln>
                          <a:solidFill>
                            <a:schemeClr val="tx1"/>
                          </a:solidFill>
                          <a:effectLst/>
                          <a:uFillTx/>
                          <a:latin typeface="ABC Monument Grotesk Thin"/>
                          <a:ea typeface="+mn-ea"/>
                          <a:cs typeface="+mn-cs"/>
                        </a:rPr>
                        <a:t> </a:t>
                      </a:r>
                      <a:r>
                        <a:rPr kumimoji="0" lang="es-ES" sz="1600" b="0" i="0" u="none" strike="noStrike" kern="1200" cap="none" spc="0" normalizeH="0" baseline="0" dirty="0" err="1">
                          <a:ln>
                            <a:noFill/>
                          </a:ln>
                          <a:solidFill>
                            <a:schemeClr val="tx1"/>
                          </a:solidFill>
                          <a:effectLst/>
                          <a:uFillTx/>
                          <a:latin typeface="ABC Monument Grotesk Thin"/>
                          <a:ea typeface="+mn-ea"/>
                          <a:cs typeface="+mn-cs"/>
                        </a:rPr>
                        <a:t>amet</a:t>
                      </a:r>
                      <a:r>
                        <a:rPr kumimoji="0" lang="es-ES" sz="1600" b="0" i="0" u="none" strike="noStrike" kern="1200" cap="none" spc="0" normalizeH="0" baseline="0" dirty="0">
                          <a:ln>
                            <a:noFill/>
                          </a:ln>
                          <a:solidFill>
                            <a:schemeClr val="tx1"/>
                          </a:solidFill>
                          <a:effectLst/>
                          <a:uFillTx/>
                          <a:latin typeface="ABC Monument Grotesk Thin"/>
                          <a:ea typeface="+mn-ea"/>
                          <a:cs typeface="+mn-cs"/>
                        </a:rPr>
                        <a:t>, </a:t>
                      </a:r>
                      <a:r>
                        <a:rPr kumimoji="0" lang="es-ES" sz="1600" b="0" i="0" u="none" strike="noStrike" kern="1200" cap="none" spc="0" normalizeH="0" baseline="0" dirty="0" err="1">
                          <a:ln>
                            <a:noFill/>
                          </a:ln>
                          <a:solidFill>
                            <a:schemeClr val="tx1"/>
                          </a:solidFill>
                          <a:effectLst/>
                          <a:uFillTx/>
                          <a:latin typeface="ABC Monument Grotesk Thin"/>
                          <a:ea typeface="+mn-ea"/>
                          <a:cs typeface="+mn-cs"/>
                        </a:rPr>
                        <a:t>consectetur</a:t>
                      </a:r>
                      <a:r>
                        <a:rPr kumimoji="0" lang="es-ES" sz="1600" b="0" i="0" u="none" strike="noStrike" kern="1200" cap="none" spc="0" normalizeH="0" baseline="0" dirty="0">
                          <a:ln>
                            <a:noFill/>
                          </a:ln>
                          <a:solidFill>
                            <a:schemeClr val="tx1"/>
                          </a:solidFill>
                          <a:effectLst/>
                          <a:uFillTx/>
                          <a:latin typeface="ABC Monument Grotesk Thin"/>
                          <a:ea typeface="+mn-ea"/>
                          <a:cs typeface="+mn-cs"/>
                        </a:rPr>
                        <a:t> </a:t>
                      </a:r>
                      <a:r>
                        <a:rPr kumimoji="0" lang="es-ES" sz="1600" b="0" i="0" u="none" strike="noStrike" kern="1200" cap="none" spc="0" normalizeH="0" baseline="0" dirty="0" err="1">
                          <a:ln>
                            <a:noFill/>
                          </a:ln>
                          <a:solidFill>
                            <a:schemeClr val="tx1"/>
                          </a:solidFill>
                          <a:effectLst/>
                          <a:uFillTx/>
                          <a:latin typeface="ABC Monument Grotesk Thin"/>
                          <a:ea typeface="+mn-ea"/>
                          <a:cs typeface="+mn-cs"/>
                        </a:rPr>
                        <a:t>adipiscing</a:t>
                      </a:r>
                      <a:r>
                        <a:rPr kumimoji="0" lang="es-ES" sz="1600" b="0" i="0" u="none" strike="noStrike" kern="1200" cap="none" spc="0" normalizeH="0" baseline="0" dirty="0">
                          <a:ln>
                            <a:noFill/>
                          </a:ln>
                          <a:solidFill>
                            <a:schemeClr val="tx1"/>
                          </a:solidFill>
                          <a:effectLst/>
                          <a:uFillTx/>
                          <a:latin typeface="ABC Monument Grotesk Thin"/>
                          <a:ea typeface="+mn-ea"/>
                          <a:cs typeface="+mn-cs"/>
                        </a:rPr>
                        <a:t> </a:t>
                      </a:r>
                      <a:r>
                        <a:rPr kumimoji="0" lang="es-ES" sz="1600" b="0" i="0" u="none" strike="noStrike" kern="1200" cap="none" spc="0" normalizeH="0" baseline="0" dirty="0" err="1">
                          <a:ln>
                            <a:noFill/>
                          </a:ln>
                          <a:solidFill>
                            <a:schemeClr val="tx1"/>
                          </a:solidFill>
                          <a:effectLst/>
                          <a:uFillTx/>
                          <a:latin typeface="ABC Monument Grotesk Thin"/>
                          <a:ea typeface="+mn-ea"/>
                          <a:cs typeface="+mn-cs"/>
                        </a:rPr>
                        <a:t>elit</a:t>
                      </a:r>
                      <a:r>
                        <a:rPr kumimoji="0" lang="es-ES" sz="1600" b="0" i="0" u="none" strike="noStrike" kern="1200" cap="none" spc="0" normalizeH="0" baseline="0" dirty="0">
                          <a:ln>
                            <a:noFill/>
                          </a:ln>
                          <a:solidFill>
                            <a:schemeClr val="tx1"/>
                          </a:solidFill>
                          <a:effectLst/>
                          <a:uFillTx/>
                          <a:latin typeface="ABC Monument Grotesk Thin"/>
                          <a:ea typeface="+mn-ea"/>
                          <a:cs typeface="+mn-cs"/>
                        </a:rPr>
                        <a:t>. </a:t>
                      </a:r>
                      <a:r>
                        <a:rPr kumimoji="0" lang="es-ES" sz="1600" b="0" i="0" u="none" strike="noStrike" kern="1200" cap="none" spc="0" normalizeH="0" baseline="0" dirty="0" err="1">
                          <a:ln>
                            <a:noFill/>
                          </a:ln>
                          <a:solidFill>
                            <a:schemeClr val="tx1"/>
                          </a:solidFill>
                          <a:effectLst/>
                          <a:uFillTx/>
                          <a:latin typeface="ABC Monument Grotesk Thin"/>
                          <a:ea typeface="+mn-ea"/>
                          <a:cs typeface="+mn-cs"/>
                        </a:rPr>
                        <a:t>Praesent</a:t>
                      </a:r>
                      <a:r>
                        <a:rPr kumimoji="0" lang="es-ES" sz="1600" b="0" i="0" u="none" strike="noStrike" kern="1200" cap="none" spc="0" normalizeH="0" baseline="0" dirty="0">
                          <a:ln>
                            <a:noFill/>
                          </a:ln>
                          <a:solidFill>
                            <a:schemeClr val="tx1"/>
                          </a:solidFill>
                          <a:effectLst/>
                          <a:uFillTx/>
                          <a:latin typeface="ABC Monument Grotesk Thin"/>
                          <a:ea typeface="+mn-ea"/>
                          <a:cs typeface="+mn-cs"/>
                        </a:rPr>
                        <a:t> id </a:t>
                      </a:r>
                      <a:r>
                        <a:rPr kumimoji="0" lang="es-ES" sz="1600" b="0" i="0" u="none" strike="noStrike" kern="1200" cap="none" spc="0" normalizeH="0" baseline="0" dirty="0" err="1">
                          <a:ln>
                            <a:noFill/>
                          </a:ln>
                          <a:solidFill>
                            <a:schemeClr val="tx1"/>
                          </a:solidFill>
                          <a:effectLst/>
                          <a:uFillTx/>
                          <a:latin typeface="ABC Monument Grotesk Thin"/>
                          <a:ea typeface="+mn-ea"/>
                          <a:cs typeface="+mn-cs"/>
                        </a:rPr>
                        <a:t>enim</a:t>
                      </a:r>
                      <a:r>
                        <a:rPr kumimoji="0" lang="es-ES" sz="1600" b="0" i="0" u="none" strike="noStrike" kern="1200" cap="none" spc="0" normalizeH="0" baseline="0" dirty="0">
                          <a:ln>
                            <a:noFill/>
                          </a:ln>
                          <a:solidFill>
                            <a:schemeClr val="tx1"/>
                          </a:solidFill>
                          <a:effectLst/>
                          <a:uFillTx/>
                          <a:latin typeface="ABC Monument Grotesk Thin"/>
                          <a:ea typeface="+mn-ea"/>
                          <a:cs typeface="+mn-cs"/>
                        </a:rPr>
                        <a:t> sed </a:t>
                      </a:r>
                      <a:r>
                        <a:rPr kumimoji="0" lang="es-ES" sz="1600" b="0" i="0" u="none" strike="noStrike" kern="1200" cap="none" spc="0" normalizeH="0" baseline="0" dirty="0" err="1">
                          <a:ln>
                            <a:noFill/>
                          </a:ln>
                          <a:solidFill>
                            <a:schemeClr val="tx1"/>
                          </a:solidFill>
                          <a:effectLst/>
                          <a:uFillTx/>
                          <a:latin typeface="ABC Monument Grotesk Thin"/>
                          <a:ea typeface="+mn-ea"/>
                          <a:cs typeface="+mn-cs"/>
                        </a:rPr>
                        <a:t>lacus</a:t>
                      </a:r>
                      <a:r>
                        <a:rPr kumimoji="0" lang="es-ES" sz="1600" b="0" i="0" u="none" strike="noStrike" kern="1200" cap="none" spc="0" normalizeH="0" baseline="0" dirty="0">
                          <a:ln>
                            <a:noFill/>
                          </a:ln>
                          <a:solidFill>
                            <a:schemeClr val="tx1"/>
                          </a:solidFill>
                          <a:effectLst/>
                          <a:uFillTx/>
                          <a:latin typeface="ABC Monument Grotesk Thin"/>
                          <a:ea typeface="+mn-ea"/>
                          <a:cs typeface="+mn-cs"/>
                        </a:rPr>
                        <a:t> vehicula </a:t>
                      </a:r>
                      <a:r>
                        <a:rPr kumimoji="0" lang="es-ES" sz="1600" b="0" i="0" u="none" strike="noStrike" kern="1200" cap="none" spc="0" normalizeH="0" baseline="0" dirty="0" err="1">
                          <a:ln>
                            <a:noFill/>
                          </a:ln>
                          <a:solidFill>
                            <a:schemeClr val="tx1"/>
                          </a:solidFill>
                          <a:effectLst/>
                          <a:uFillTx/>
                          <a:latin typeface="ABC Monument Grotesk Thin"/>
                          <a:ea typeface="+mn-ea"/>
                          <a:cs typeface="+mn-cs"/>
                        </a:rPr>
                        <a:t>cursus</a:t>
                      </a:r>
                      <a:r>
                        <a:rPr kumimoji="0" lang="es-ES" sz="1600" b="0" i="0" u="none" strike="noStrike" kern="1200" cap="none" spc="0" normalizeH="0" baseline="0" dirty="0">
                          <a:ln>
                            <a:noFill/>
                          </a:ln>
                          <a:solidFill>
                            <a:schemeClr val="tx1"/>
                          </a:solidFill>
                          <a:effectLst/>
                          <a:uFillTx/>
                          <a:latin typeface="ABC Monument Grotesk Thin"/>
                          <a:ea typeface="+mn-ea"/>
                          <a:cs typeface="+mn-cs"/>
                        </a:rPr>
                        <a:t> id </a:t>
                      </a:r>
                      <a:r>
                        <a:rPr kumimoji="0" lang="es-ES" sz="1600" b="0" i="0" u="none" strike="noStrike" kern="1200" cap="none" spc="0" normalizeH="0" baseline="0" dirty="0" err="1">
                          <a:ln>
                            <a:noFill/>
                          </a:ln>
                          <a:solidFill>
                            <a:schemeClr val="tx1"/>
                          </a:solidFill>
                          <a:effectLst/>
                          <a:uFillTx/>
                          <a:latin typeface="ABC Monument Grotesk Thin"/>
                          <a:ea typeface="+mn-ea"/>
                          <a:cs typeface="+mn-cs"/>
                        </a:rPr>
                        <a:t>eget</a:t>
                      </a:r>
                      <a:r>
                        <a:rPr kumimoji="0" lang="es-ES" sz="1600" b="0" i="0" u="none" strike="noStrike" kern="1200" cap="none" spc="0" normalizeH="0" baseline="0" dirty="0">
                          <a:ln>
                            <a:noFill/>
                          </a:ln>
                          <a:solidFill>
                            <a:schemeClr val="tx1"/>
                          </a:solidFill>
                          <a:effectLst/>
                          <a:uFillTx/>
                          <a:latin typeface="ABC Monument Grotesk Thin"/>
                          <a:ea typeface="+mn-ea"/>
                          <a:cs typeface="+mn-cs"/>
                        </a:rPr>
                        <a:t> neque. </a:t>
                      </a:r>
                      <a:r>
                        <a:rPr kumimoji="0" lang="es-ES" sz="1600" b="0" i="0" u="none" strike="noStrike" kern="1200" cap="none" spc="0" normalizeH="0" baseline="0" dirty="0" err="1">
                          <a:ln>
                            <a:noFill/>
                          </a:ln>
                          <a:solidFill>
                            <a:schemeClr val="tx1"/>
                          </a:solidFill>
                          <a:effectLst/>
                          <a:uFillTx/>
                          <a:latin typeface="ABC Monument Grotesk Thin"/>
                          <a:ea typeface="+mn-ea"/>
                          <a:cs typeface="+mn-cs"/>
                        </a:rPr>
                        <a:t>Fusce</a:t>
                      </a:r>
                      <a:r>
                        <a:rPr kumimoji="0" lang="es-ES" sz="1600" b="0" i="0" u="none" strike="noStrike" kern="1200" cap="none" spc="0" normalizeH="0" baseline="0" dirty="0">
                          <a:ln>
                            <a:noFill/>
                          </a:ln>
                          <a:solidFill>
                            <a:schemeClr val="tx1"/>
                          </a:solidFill>
                          <a:effectLst/>
                          <a:uFillTx/>
                          <a:latin typeface="ABC Monument Grotesk Thin"/>
                          <a:ea typeface="+mn-ea"/>
                          <a:cs typeface="+mn-cs"/>
                        </a:rPr>
                        <a:t> </a:t>
                      </a:r>
                      <a:r>
                        <a:rPr kumimoji="0" lang="es-ES" sz="1600" b="0" i="0" u="none" strike="noStrike" kern="1200" cap="none" spc="0" normalizeH="0" baseline="0" dirty="0" err="1">
                          <a:ln>
                            <a:noFill/>
                          </a:ln>
                          <a:solidFill>
                            <a:schemeClr val="tx1"/>
                          </a:solidFill>
                          <a:effectLst/>
                          <a:uFillTx/>
                          <a:latin typeface="ABC Monument Grotesk Thin"/>
                          <a:ea typeface="+mn-ea"/>
                          <a:cs typeface="+mn-cs"/>
                        </a:rPr>
                        <a:t>blandit</a:t>
                      </a:r>
                      <a:r>
                        <a:rPr kumimoji="0" lang="es-ES" sz="1600" b="0" i="0" u="none" strike="noStrike" kern="1200" cap="none" spc="0" normalizeH="0" baseline="0" dirty="0">
                          <a:ln>
                            <a:noFill/>
                          </a:ln>
                          <a:solidFill>
                            <a:schemeClr val="tx1"/>
                          </a:solidFill>
                          <a:effectLst/>
                          <a:uFillTx/>
                          <a:latin typeface="ABC Monument Grotesk Thin"/>
                          <a:ea typeface="+mn-ea"/>
                          <a:cs typeface="+mn-cs"/>
                        </a:rPr>
                        <a:t> </a:t>
                      </a:r>
                      <a:r>
                        <a:rPr kumimoji="0" lang="es-ES" sz="1600" b="0" i="0" u="none" strike="noStrike" kern="1200" cap="none" spc="0" normalizeH="0" baseline="0" dirty="0" err="1">
                          <a:ln>
                            <a:noFill/>
                          </a:ln>
                          <a:solidFill>
                            <a:schemeClr val="tx1"/>
                          </a:solidFill>
                          <a:effectLst/>
                          <a:uFillTx/>
                          <a:latin typeface="ABC Monument Grotesk Thin"/>
                          <a:ea typeface="+mn-ea"/>
                          <a:cs typeface="+mn-cs"/>
                        </a:rPr>
                        <a:t>eleifend</a:t>
                      </a:r>
                      <a:r>
                        <a:rPr kumimoji="0" lang="es-ES" sz="1600" b="0" i="0" u="none" strike="noStrike" kern="1200" cap="none" spc="0" normalizeH="0" baseline="0" dirty="0">
                          <a:ln>
                            <a:noFill/>
                          </a:ln>
                          <a:solidFill>
                            <a:schemeClr val="tx1"/>
                          </a:solidFill>
                          <a:effectLst/>
                          <a:uFillTx/>
                          <a:latin typeface="ABC Monument Grotesk Thin"/>
                          <a:ea typeface="+mn-ea"/>
                          <a:cs typeface="+mn-cs"/>
                        </a:rPr>
                        <a:t> </a:t>
                      </a:r>
                      <a:r>
                        <a:rPr kumimoji="0" lang="es-ES" sz="1600" b="0" i="0" u="none" strike="noStrike" kern="1200" cap="none" spc="0" normalizeH="0" baseline="0" dirty="0" err="1">
                          <a:ln>
                            <a:noFill/>
                          </a:ln>
                          <a:solidFill>
                            <a:schemeClr val="tx1"/>
                          </a:solidFill>
                          <a:effectLst/>
                          <a:uFillTx/>
                          <a:latin typeface="ABC Monument Grotesk Thin"/>
                          <a:ea typeface="+mn-ea"/>
                          <a:cs typeface="+mn-cs"/>
                        </a:rPr>
                        <a:t>pharetra</a:t>
                      </a:r>
                      <a:r>
                        <a:rPr kumimoji="0" lang="es-ES" sz="1600" b="0" i="0" u="none" strike="noStrike" kern="1200" cap="none" spc="0" normalizeH="0" baseline="0" dirty="0">
                          <a:ln>
                            <a:noFill/>
                          </a:ln>
                          <a:solidFill>
                            <a:schemeClr val="tx1"/>
                          </a:solidFill>
                          <a:effectLst/>
                          <a:uFillTx/>
                          <a:latin typeface="ABC Monument Grotesk Thin"/>
                          <a:ea typeface="+mn-ea"/>
                          <a:cs typeface="+mn-cs"/>
                        </a:rPr>
                        <a:t>. </a:t>
                      </a:r>
                      <a:r>
                        <a:rPr kumimoji="0" lang="es-ES" sz="1600" b="0" i="0" u="none" strike="noStrike" kern="1200" cap="none" spc="0" normalizeH="0" baseline="0" dirty="0" err="1">
                          <a:ln>
                            <a:noFill/>
                          </a:ln>
                          <a:solidFill>
                            <a:schemeClr val="tx1"/>
                          </a:solidFill>
                          <a:effectLst/>
                          <a:uFillTx/>
                          <a:latin typeface="ABC Monument Grotesk Thin"/>
                          <a:ea typeface="+mn-ea"/>
                          <a:cs typeface="+mn-cs"/>
                        </a:rPr>
                        <a:t>Phasellus</a:t>
                      </a:r>
                      <a:r>
                        <a:rPr kumimoji="0" lang="es-ES" sz="1600" b="0" i="0" u="none" strike="noStrike" kern="1200" cap="none" spc="0" normalizeH="0" baseline="0" dirty="0">
                          <a:ln>
                            <a:noFill/>
                          </a:ln>
                          <a:solidFill>
                            <a:schemeClr val="tx1"/>
                          </a:solidFill>
                          <a:effectLst/>
                          <a:uFillTx/>
                          <a:latin typeface="ABC Monument Grotesk Thin"/>
                          <a:ea typeface="+mn-ea"/>
                          <a:cs typeface="+mn-cs"/>
                        </a:rPr>
                        <a:t> </a:t>
                      </a:r>
                      <a:r>
                        <a:rPr kumimoji="0" lang="es-ES" sz="1600" b="0" i="0" u="none" strike="noStrike" kern="1200" cap="none" spc="0" normalizeH="0" baseline="0" dirty="0" err="1">
                          <a:ln>
                            <a:noFill/>
                          </a:ln>
                          <a:solidFill>
                            <a:schemeClr val="tx1"/>
                          </a:solidFill>
                          <a:effectLst/>
                          <a:uFillTx/>
                          <a:latin typeface="ABC Monument Grotesk Thin"/>
                          <a:ea typeface="+mn-ea"/>
                          <a:cs typeface="+mn-cs"/>
                        </a:rPr>
                        <a:t>consectetur</a:t>
                      </a:r>
                      <a:r>
                        <a:rPr kumimoji="0" lang="es-ES" sz="1600" b="0" i="0" u="none" strike="noStrike" kern="1200" cap="none" spc="0" normalizeH="0" baseline="0" dirty="0">
                          <a:ln>
                            <a:noFill/>
                          </a:ln>
                          <a:solidFill>
                            <a:schemeClr val="tx1"/>
                          </a:solidFill>
                          <a:effectLst/>
                          <a:uFillTx/>
                          <a:latin typeface="ABC Monument Grotesk Thin"/>
                          <a:ea typeface="+mn-ea"/>
                          <a:cs typeface="+mn-cs"/>
                        </a:rPr>
                        <a:t> </a:t>
                      </a:r>
                    </a:p>
                    <a:p>
                      <a:pPr marL="182563" marR="0" lvl="0" indent="0" algn="just" defTabSz="1007486" rtl="0" eaLnBrk="1" fontAlgn="auto" latinLnBrk="0" hangingPunct="1">
                        <a:lnSpc>
                          <a:spcPct val="100000"/>
                        </a:lnSpc>
                        <a:spcBef>
                          <a:spcPts val="0"/>
                        </a:spcBef>
                        <a:spcAft>
                          <a:spcPts val="0"/>
                        </a:spcAft>
                        <a:buClrTx/>
                        <a:buSzTx/>
                        <a:buFontTx/>
                        <a:buNone/>
                        <a:tabLst/>
                        <a:defRPr/>
                      </a:pPr>
                      <a:endParaRPr kumimoji="0" lang="es-ES" sz="1100" b="0" i="0" u="none" strike="noStrike" kern="1200" cap="none" spc="0" normalizeH="0" baseline="0" noProof="0" dirty="0">
                        <a:ln>
                          <a:noFill/>
                        </a:ln>
                        <a:solidFill>
                          <a:schemeClr val="tx1"/>
                        </a:solidFill>
                        <a:effectLst/>
                        <a:uFillTx/>
                        <a:latin typeface="ABC Monument Grotesk Thin"/>
                        <a:ea typeface="+mn-ea"/>
                        <a:cs typeface="+mn-cs"/>
                      </a:endParaRPr>
                    </a:p>
                    <a:p>
                      <a:pPr marL="182563" marR="0" lvl="0" indent="0" algn="just" defTabSz="1007486" rtl="0" eaLnBrk="1" fontAlgn="auto" latinLnBrk="0" hangingPunct="1">
                        <a:lnSpc>
                          <a:spcPct val="100000"/>
                        </a:lnSpc>
                        <a:spcBef>
                          <a:spcPts val="0"/>
                        </a:spcBef>
                        <a:spcAft>
                          <a:spcPts val="600"/>
                        </a:spcAft>
                        <a:buClrTx/>
                        <a:buSzTx/>
                        <a:buFontTx/>
                        <a:buNone/>
                        <a:tabLst/>
                        <a:defRPr/>
                      </a:pPr>
                      <a:r>
                        <a:rPr kumimoji="0" lang="es-ES" sz="1100" b="0" i="0" u="none" strike="noStrike" kern="1200" cap="none" spc="0" normalizeH="0" baseline="0" dirty="0">
                          <a:ln>
                            <a:noFill/>
                          </a:ln>
                          <a:solidFill>
                            <a:schemeClr val="tx1"/>
                          </a:solidFill>
                          <a:effectLst/>
                          <a:uFillTx/>
                          <a:latin typeface="ABC Monument Grotesk Thin"/>
                          <a:ea typeface="+mn-ea"/>
                          <a:cs typeface="+mn-cs"/>
                        </a:rPr>
                        <a:t>Lorem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ipsum</a:t>
                      </a:r>
                      <a:r>
                        <a:rPr kumimoji="0" lang="es-ES" sz="1100" b="0" i="0" u="none" strike="noStrike" kern="1200" cap="none" spc="0" normalizeH="0" baseline="0" dirty="0">
                          <a:ln>
                            <a:noFill/>
                          </a:ln>
                          <a:solidFill>
                            <a:schemeClr val="tx1"/>
                          </a:solidFill>
                          <a:effectLst/>
                          <a:uFillTx/>
                          <a:latin typeface="ABC Monument Grotesk Thin"/>
                          <a:ea typeface="+mn-ea"/>
                          <a:cs typeface="+mn-cs"/>
                        </a:rPr>
                        <a:t> dolor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sit</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amet</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consectetur</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adipiscing</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elit</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Praesent</a:t>
                      </a:r>
                      <a:r>
                        <a:rPr kumimoji="0" lang="es-ES" sz="1100" b="0" i="0" u="none" strike="noStrike" kern="1200" cap="none" spc="0" normalizeH="0" baseline="0" dirty="0">
                          <a:ln>
                            <a:noFill/>
                          </a:ln>
                          <a:solidFill>
                            <a:schemeClr val="tx1"/>
                          </a:solidFill>
                          <a:effectLst/>
                          <a:uFillTx/>
                          <a:latin typeface="ABC Monument Grotesk Thin"/>
                          <a:ea typeface="+mn-ea"/>
                          <a:cs typeface="+mn-cs"/>
                        </a:rPr>
                        <a:t> id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enim</a:t>
                      </a:r>
                      <a:r>
                        <a:rPr kumimoji="0" lang="es-ES" sz="1100" b="0" i="0" u="none" strike="noStrike" kern="1200" cap="none" spc="0" normalizeH="0" baseline="0" dirty="0">
                          <a:ln>
                            <a:noFill/>
                          </a:ln>
                          <a:solidFill>
                            <a:schemeClr val="tx1"/>
                          </a:solidFill>
                          <a:effectLst/>
                          <a:uFillTx/>
                          <a:latin typeface="ABC Monument Grotesk Thin"/>
                          <a:ea typeface="+mn-ea"/>
                          <a:cs typeface="+mn-cs"/>
                        </a:rPr>
                        <a:t> sed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lacus</a:t>
                      </a:r>
                      <a:r>
                        <a:rPr kumimoji="0" lang="es-ES" sz="1100" b="0" i="0" u="none" strike="noStrike" kern="1200" cap="none" spc="0" normalizeH="0" baseline="0" dirty="0">
                          <a:ln>
                            <a:noFill/>
                          </a:ln>
                          <a:solidFill>
                            <a:schemeClr val="tx1"/>
                          </a:solidFill>
                          <a:effectLst/>
                          <a:uFillTx/>
                          <a:latin typeface="ABC Monument Grotesk Thin"/>
                          <a:ea typeface="+mn-ea"/>
                          <a:cs typeface="+mn-cs"/>
                        </a:rPr>
                        <a:t> vehicula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cursus</a:t>
                      </a:r>
                      <a:r>
                        <a:rPr kumimoji="0" lang="es-ES" sz="1100" b="0" i="0" u="none" strike="noStrike" kern="1200" cap="none" spc="0" normalizeH="0" baseline="0" dirty="0">
                          <a:ln>
                            <a:noFill/>
                          </a:ln>
                          <a:solidFill>
                            <a:schemeClr val="tx1"/>
                          </a:solidFill>
                          <a:effectLst/>
                          <a:uFillTx/>
                          <a:latin typeface="ABC Monument Grotesk Thin"/>
                          <a:ea typeface="+mn-ea"/>
                          <a:cs typeface="+mn-cs"/>
                        </a:rPr>
                        <a:t> id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eget</a:t>
                      </a:r>
                      <a:r>
                        <a:rPr kumimoji="0" lang="es-ES" sz="1100" b="0" i="0" u="none" strike="noStrike" kern="1200" cap="none" spc="0" normalizeH="0" baseline="0" dirty="0">
                          <a:ln>
                            <a:noFill/>
                          </a:ln>
                          <a:solidFill>
                            <a:schemeClr val="tx1"/>
                          </a:solidFill>
                          <a:effectLst/>
                          <a:uFillTx/>
                          <a:latin typeface="ABC Monument Grotesk Thin"/>
                          <a:ea typeface="+mn-ea"/>
                          <a:cs typeface="+mn-cs"/>
                        </a:rPr>
                        <a:t> neque.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Fusce</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blandit</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eleifend</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pharetra</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Phasellus</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consectetur</a:t>
                      </a:r>
                      <a:r>
                        <a:rPr kumimoji="0" lang="es-ES" sz="1100" b="0" i="0" u="none" strike="noStrike" kern="1200" cap="none" spc="0" normalizeH="0" baseline="0" dirty="0">
                          <a:ln>
                            <a:noFill/>
                          </a:ln>
                          <a:solidFill>
                            <a:schemeClr val="tx1"/>
                          </a:solidFill>
                          <a:effectLst/>
                          <a:uFillTx/>
                          <a:latin typeface="ABC Monument Grotesk Thin"/>
                          <a:ea typeface="+mn-ea"/>
                          <a:cs typeface="+mn-cs"/>
                        </a:rPr>
                        <a:t> id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purus</a:t>
                      </a:r>
                      <a:r>
                        <a:rPr kumimoji="0" lang="es-ES" sz="1100" b="0" i="0" u="none" strike="noStrike" kern="1200" cap="none" spc="0" normalizeH="0" baseline="0" dirty="0">
                          <a:ln>
                            <a:noFill/>
                          </a:ln>
                          <a:solidFill>
                            <a:schemeClr val="tx1"/>
                          </a:solidFill>
                          <a:effectLst/>
                          <a:uFillTx/>
                          <a:latin typeface="ABC Monument Grotesk Thin"/>
                          <a:ea typeface="+mn-ea"/>
                          <a:cs typeface="+mn-cs"/>
                        </a:rPr>
                        <a:t> in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bibendum</a:t>
                      </a:r>
                      <a:r>
                        <a:rPr kumimoji="0" lang="es-ES" sz="1100" b="0" i="0" u="none" strike="noStrike" kern="1200" cap="none" spc="0" normalizeH="0" baseline="0" dirty="0">
                          <a:ln>
                            <a:noFill/>
                          </a:ln>
                          <a:solidFill>
                            <a:schemeClr val="tx1"/>
                          </a:solidFill>
                          <a:effectLst/>
                          <a:uFillTx/>
                          <a:latin typeface="ABC Monument Grotesk Thin"/>
                          <a:ea typeface="+mn-ea"/>
                          <a:cs typeface="+mn-cs"/>
                        </a:rPr>
                        <a:t>. Quisque ornare, nunc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vel</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faucibus</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fringilla</a:t>
                      </a:r>
                      <a:r>
                        <a:rPr kumimoji="0" lang="es-ES" sz="1100" b="0" i="0" u="none" strike="noStrike" kern="1200" cap="none" spc="0" normalizeH="0" baseline="0" dirty="0">
                          <a:ln>
                            <a:noFill/>
                          </a:ln>
                          <a:solidFill>
                            <a:schemeClr val="tx1"/>
                          </a:solidFill>
                          <a:effectLst/>
                          <a:uFillTx/>
                          <a:latin typeface="ABC Monument Grotesk Thin"/>
                          <a:ea typeface="+mn-ea"/>
                          <a:cs typeface="+mn-cs"/>
                        </a:rPr>
                        <a:t>, ex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sem</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convallis</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lectus</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eu</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maximus</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dui</a:t>
                      </a:r>
                      <a:r>
                        <a:rPr kumimoji="0" lang="es-ES" sz="1100" b="0" i="0" u="none" strike="noStrike" kern="1200" cap="none" spc="0" normalizeH="0" baseline="0" dirty="0">
                          <a:ln>
                            <a:noFill/>
                          </a:ln>
                          <a:solidFill>
                            <a:schemeClr val="tx1"/>
                          </a:solidFill>
                          <a:effectLst/>
                          <a:uFillTx/>
                          <a:latin typeface="ABC Monument Grotesk Thin"/>
                          <a:ea typeface="+mn-ea"/>
                          <a:cs typeface="+mn-cs"/>
                        </a:rPr>
                        <a:t> justo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eu</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lorem</a:t>
                      </a:r>
                      <a:r>
                        <a:rPr kumimoji="0" lang="es-ES" sz="1100" b="0" i="0" u="none" strike="noStrike" kern="1200" cap="none" spc="0" normalizeH="0" baseline="0" dirty="0">
                          <a:ln>
                            <a:noFill/>
                          </a:ln>
                          <a:solidFill>
                            <a:schemeClr val="tx1"/>
                          </a:solidFill>
                          <a:effectLst/>
                          <a:uFillTx/>
                          <a:latin typeface="ABC Monument Grotesk Thin"/>
                          <a:ea typeface="+mn-ea"/>
                          <a:cs typeface="+mn-cs"/>
                        </a:rPr>
                        <a:t>. Sed lacinia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est</a:t>
                      </a:r>
                      <a:r>
                        <a:rPr kumimoji="0" lang="es-ES" sz="1100" b="0" i="0" u="none" strike="noStrike" kern="1200" cap="none" spc="0" normalizeH="0" baseline="0" dirty="0">
                          <a:ln>
                            <a:noFill/>
                          </a:ln>
                          <a:solidFill>
                            <a:schemeClr val="tx1"/>
                          </a:solidFill>
                          <a:effectLst/>
                          <a:uFillTx/>
                          <a:latin typeface="ABC Monument Grotesk Thin"/>
                          <a:ea typeface="+mn-ea"/>
                          <a:cs typeface="+mn-cs"/>
                        </a:rPr>
                        <a:t> et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eleifend</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mattis</a:t>
                      </a:r>
                      <a:r>
                        <a:rPr kumimoji="0" lang="es-ES" sz="1100" b="0" i="0" u="none" strike="noStrike" kern="1200" cap="none" spc="0" normalizeH="0" baseline="0" dirty="0">
                          <a:ln>
                            <a:noFill/>
                          </a:ln>
                          <a:solidFill>
                            <a:schemeClr val="tx1"/>
                          </a:solidFill>
                          <a:effectLst/>
                          <a:uFillTx/>
                          <a:latin typeface="ABC Monument Grotesk Thin"/>
                          <a:ea typeface="+mn-ea"/>
                          <a:cs typeface="+mn-cs"/>
                        </a:rPr>
                        <a:t>. Sed in urna sed justo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iaculis</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gravida</a:t>
                      </a:r>
                      <a:r>
                        <a:rPr kumimoji="0" lang="es-ES" sz="1100" b="0" i="0" u="none" strike="noStrike" kern="1200" cap="none" spc="0" normalizeH="0" baseline="0" dirty="0">
                          <a:ln>
                            <a:noFill/>
                          </a:ln>
                          <a:solidFill>
                            <a:schemeClr val="tx1"/>
                          </a:solidFill>
                          <a:effectLst/>
                          <a:uFillTx/>
                          <a:latin typeface="ABC Monument Grotesk Thin"/>
                          <a:ea typeface="+mn-ea"/>
                          <a:cs typeface="+mn-cs"/>
                        </a:rPr>
                        <a:t> in ut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quam</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Proin</a:t>
                      </a:r>
                      <a:r>
                        <a:rPr kumimoji="0" lang="es-ES" sz="1100" b="0" i="0" u="none" strike="noStrike" kern="1200" cap="none" spc="0" normalizeH="0" baseline="0" dirty="0">
                          <a:ln>
                            <a:noFill/>
                          </a:ln>
                          <a:solidFill>
                            <a:schemeClr val="tx1"/>
                          </a:solidFill>
                          <a:effectLst/>
                          <a:uFillTx/>
                          <a:latin typeface="ABC Monument Grotesk Thin"/>
                          <a:ea typeface="+mn-ea"/>
                          <a:cs typeface="+mn-cs"/>
                        </a:rPr>
                        <a:t> porta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enim</a:t>
                      </a:r>
                      <a:r>
                        <a:rPr kumimoji="0" lang="es-ES" sz="1100" b="0" i="0" u="none" strike="noStrike" kern="1200" cap="none" spc="0" normalizeH="0" baseline="0" dirty="0">
                          <a:ln>
                            <a:noFill/>
                          </a:ln>
                          <a:solidFill>
                            <a:schemeClr val="tx1"/>
                          </a:solidFill>
                          <a:effectLst/>
                          <a:uFillTx/>
                          <a:latin typeface="ABC Monument Grotesk Thin"/>
                          <a:ea typeface="+mn-ea"/>
                          <a:cs typeface="+mn-cs"/>
                        </a:rPr>
                        <a:t> et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sodales</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rutrum</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Donec</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sem</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erat</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bibendum</a:t>
                      </a:r>
                      <a:r>
                        <a:rPr kumimoji="0" lang="es-ES" sz="1100" b="0" i="0" u="none" strike="noStrike" kern="1200" cap="none" spc="0" normalizeH="0" baseline="0" dirty="0">
                          <a:ln>
                            <a:noFill/>
                          </a:ln>
                          <a:solidFill>
                            <a:schemeClr val="tx1"/>
                          </a:solidFill>
                          <a:effectLst/>
                          <a:uFillTx/>
                          <a:latin typeface="ABC Monument Grotesk Thin"/>
                          <a:ea typeface="+mn-ea"/>
                          <a:cs typeface="+mn-cs"/>
                        </a:rPr>
                        <a:t> quis odio ac,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tincidunt</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finibus</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arcu</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Praesent</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nisl</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augue</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condimentum</a:t>
                      </a:r>
                      <a:r>
                        <a:rPr kumimoji="0" lang="es-ES" sz="1100" b="0" i="0" u="none" strike="noStrike" kern="1200" cap="none" spc="0" normalizeH="0" baseline="0" dirty="0">
                          <a:ln>
                            <a:noFill/>
                          </a:ln>
                          <a:solidFill>
                            <a:schemeClr val="tx1"/>
                          </a:solidFill>
                          <a:effectLst/>
                          <a:uFillTx/>
                          <a:latin typeface="ABC Monument Grotesk Thin"/>
                          <a:ea typeface="+mn-ea"/>
                          <a:cs typeface="+mn-cs"/>
                        </a:rPr>
                        <a:t> in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arcu</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sit</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amet</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hendrerit</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ultricies</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felis</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p>
                    <a:p>
                      <a:pPr marL="182563" marR="0" lvl="0" indent="0" algn="just" defTabSz="1007486" rtl="0" eaLnBrk="1" fontAlgn="auto" latinLnBrk="0" hangingPunct="1">
                        <a:lnSpc>
                          <a:spcPct val="100000"/>
                        </a:lnSpc>
                        <a:spcBef>
                          <a:spcPts val="0"/>
                        </a:spcBef>
                        <a:spcAft>
                          <a:spcPts val="600"/>
                        </a:spcAft>
                        <a:buClrTx/>
                        <a:buSzTx/>
                        <a:buFontTx/>
                        <a:buNone/>
                        <a:tabLst/>
                        <a:defRPr/>
                      </a:pPr>
                      <a:r>
                        <a:rPr kumimoji="0" lang="es-ES" sz="1100" b="0" i="0" u="none" strike="noStrike" kern="1200" cap="none" spc="0" normalizeH="0" baseline="0" dirty="0">
                          <a:ln>
                            <a:noFill/>
                          </a:ln>
                          <a:solidFill>
                            <a:schemeClr val="tx1"/>
                          </a:solidFill>
                          <a:effectLst/>
                          <a:uFillTx/>
                          <a:latin typeface="ABC Monument Grotesk Thin"/>
                          <a:ea typeface="+mn-ea"/>
                          <a:cs typeface="+mn-cs"/>
                        </a:rPr>
                        <a:t>En la desvinculación, no están lo suficientemente definidos los mecanismos y responsabilidades para verificar la </a:t>
                      </a:r>
                      <a:r>
                        <a:rPr kumimoji="0" lang="es-ES" sz="1100" b="0" i="0" u="none" strike="noStrike" kern="1200" cap="none" spc="0" normalizeH="0" baseline="0" dirty="0">
                          <a:ln>
                            <a:noFill/>
                          </a:ln>
                          <a:solidFill>
                            <a:schemeClr val="tx1"/>
                          </a:solidFill>
                          <a:effectLst/>
                          <a:uFillTx/>
                          <a:latin typeface="ABC Monument Grotesk Medium" panose="020B0604040202060203" pitchFamily="34" charset="0"/>
                          <a:ea typeface="+mn-ea"/>
                          <a:cs typeface="+mn-cs"/>
                        </a:rPr>
                        <a:t>devolución o destrucción de la información de datos de clientes </a:t>
                      </a:r>
                      <a:r>
                        <a:rPr kumimoji="0" lang="es-ES" sz="1100" b="0" i="0" u="none" strike="noStrike" kern="1200" cap="none" spc="0" normalizeH="0" baseline="0" dirty="0">
                          <a:ln>
                            <a:noFill/>
                          </a:ln>
                          <a:solidFill>
                            <a:schemeClr val="tx1"/>
                          </a:solidFill>
                          <a:effectLst/>
                          <a:uFillTx/>
                          <a:latin typeface="ABC Monument Grotesk Thin"/>
                          <a:ea typeface="+mn-ea"/>
                          <a:cs typeface="+mn-cs"/>
                        </a:rPr>
                        <a:t>y la </a:t>
                      </a:r>
                      <a:r>
                        <a:rPr kumimoji="0" lang="es-ES" sz="1100" b="0" i="0" u="none" strike="noStrike" kern="1200" cap="none" spc="0" normalizeH="0" baseline="0" dirty="0">
                          <a:ln>
                            <a:noFill/>
                          </a:ln>
                          <a:solidFill>
                            <a:schemeClr val="tx1"/>
                          </a:solidFill>
                          <a:effectLst/>
                          <a:uFillTx/>
                          <a:latin typeface="ABC Monument Grotesk Medium" panose="020B0604040202060203" pitchFamily="34" charset="0"/>
                          <a:ea typeface="+mn-ea"/>
                          <a:cs typeface="+mn-cs"/>
                        </a:rPr>
                        <a:t>desconexión de accesos e integraciones </a:t>
                      </a:r>
                      <a:r>
                        <a:rPr kumimoji="0" lang="es-ES" sz="1100" b="0" i="0" u="none" strike="noStrike" kern="1200" cap="none" spc="0" normalizeH="0" baseline="0" dirty="0">
                          <a:ln>
                            <a:noFill/>
                          </a:ln>
                          <a:solidFill>
                            <a:schemeClr val="tx1"/>
                          </a:solidFill>
                          <a:effectLst/>
                          <a:uFillTx/>
                          <a:latin typeface="ABC Monument Grotesk Thin"/>
                          <a:ea typeface="+mn-ea"/>
                          <a:cs typeface="+mn-cs"/>
                        </a:rPr>
                        <a:t>de los terceros.</a:t>
                      </a:r>
                    </a:p>
                    <a:p>
                      <a:pPr marL="182563" marR="0" lvl="0" indent="0" algn="just" defTabSz="1007486" rtl="0" eaLnBrk="1" fontAlgn="auto" latinLnBrk="0" hangingPunct="1">
                        <a:lnSpc>
                          <a:spcPct val="100000"/>
                        </a:lnSpc>
                        <a:spcBef>
                          <a:spcPts val="0"/>
                        </a:spcBef>
                        <a:spcAft>
                          <a:spcPts val="600"/>
                        </a:spcAft>
                        <a:buClrTx/>
                        <a:buSzTx/>
                        <a:buFontTx/>
                        <a:buNone/>
                        <a:tabLst/>
                        <a:defRPr/>
                      </a:pPr>
                      <a:endParaRPr kumimoji="0" lang="es-ES" sz="1100" b="0" i="0" u="none" strike="noStrike" kern="1200" cap="none" spc="0" normalizeH="0" baseline="0" dirty="0">
                        <a:ln>
                          <a:noFill/>
                        </a:ln>
                        <a:solidFill>
                          <a:schemeClr val="tx1"/>
                        </a:solidFill>
                        <a:effectLst/>
                        <a:uFillTx/>
                        <a:latin typeface="ABC Monument Grotesk Thin"/>
                        <a:ea typeface="+mn-ea"/>
                        <a:cs typeface="+mn-cs"/>
                      </a:endParaRPr>
                    </a:p>
                    <a:p>
                      <a:pPr marL="182563" marR="0" lvl="0" indent="0" algn="just" defTabSz="1007486" rtl="0" eaLnBrk="1" fontAlgn="auto" latinLnBrk="0" hangingPunct="1">
                        <a:lnSpc>
                          <a:spcPct val="100000"/>
                        </a:lnSpc>
                        <a:spcBef>
                          <a:spcPts val="0"/>
                        </a:spcBef>
                        <a:spcAft>
                          <a:spcPts val="600"/>
                        </a:spcAft>
                        <a:buClrTx/>
                        <a:buSzTx/>
                        <a:buFontTx/>
                        <a:buNone/>
                        <a:tabLst/>
                        <a:defRPr/>
                      </a:pPr>
                      <a:r>
                        <a:rPr kumimoji="0" lang="es-ES" sz="1100" b="0" i="1"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rPr>
                        <a:t>A Lorem </a:t>
                      </a:r>
                      <a:r>
                        <a:rPr kumimoji="0" lang="es-ES" sz="1100" b="0" i="1"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rPr>
                        <a:t>ipsum</a:t>
                      </a:r>
                      <a:r>
                        <a:rPr kumimoji="0" lang="es-ES" sz="1100" b="0" i="1"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rPr>
                        <a:t> dolor </a:t>
                      </a:r>
                      <a:r>
                        <a:rPr kumimoji="0" lang="es-ES" sz="1100" b="0" i="1"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rPr>
                        <a:t>sit</a:t>
                      </a:r>
                      <a:r>
                        <a:rPr kumimoji="0" lang="es-ES" sz="1100" b="0" i="1"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rPr>
                        <a:t> </a:t>
                      </a:r>
                      <a:r>
                        <a:rPr kumimoji="0" lang="es-ES" sz="1100" b="0" i="1"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rPr>
                        <a:t>amet</a:t>
                      </a:r>
                      <a:r>
                        <a:rPr kumimoji="0" lang="es-ES" sz="1100" b="0" i="1"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rPr>
                        <a:t>, </a:t>
                      </a:r>
                      <a:r>
                        <a:rPr kumimoji="0" lang="es-ES" sz="1100" b="0" i="1"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rPr>
                        <a:t>consectetur</a:t>
                      </a:r>
                      <a:r>
                        <a:rPr kumimoji="0" lang="es-ES" sz="1100" b="0" i="1"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rPr>
                        <a:t> </a:t>
                      </a:r>
                      <a:r>
                        <a:rPr kumimoji="0" lang="es-ES" sz="1100" b="0" i="1"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rPr>
                        <a:t>adipiscing</a:t>
                      </a:r>
                      <a:r>
                        <a:rPr kumimoji="0" lang="es-ES" sz="1100" b="0" i="1"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rPr>
                        <a:t> </a:t>
                      </a:r>
                      <a:r>
                        <a:rPr kumimoji="0" lang="es-ES" sz="1100" b="0" i="1"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rPr>
                        <a:t>elit</a:t>
                      </a:r>
                      <a:r>
                        <a:rPr kumimoji="0" lang="es-ES" sz="1100" b="0" i="1"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rPr>
                        <a:t>.:</a:t>
                      </a:r>
                    </a:p>
                    <a:p>
                      <a:pPr marL="360363" marR="0" lvl="0" indent="0" algn="just" defTabSz="1007486" rtl="0" eaLnBrk="1" fontAlgn="auto" latinLnBrk="0" hangingPunct="1">
                        <a:lnSpc>
                          <a:spcPct val="100000"/>
                        </a:lnSpc>
                        <a:spcBef>
                          <a:spcPts val="0"/>
                        </a:spcBef>
                        <a:spcAft>
                          <a:spcPts val="600"/>
                        </a:spcAft>
                        <a:buClrTx/>
                        <a:buSzTx/>
                        <a:buFontTx/>
                        <a:buNone/>
                        <a:tabLst>
                          <a:tab pos="355600" algn="l"/>
                        </a:tabLst>
                        <a:defRPr/>
                      </a:pPr>
                      <a:r>
                        <a:rPr kumimoji="0" lang="es-ES" sz="1100" b="0" i="1" u="none" strike="noStrike" kern="1200" cap="none" spc="0" normalizeH="0" baseline="0" dirty="0">
                          <a:ln>
                            <a:noFill/>
                          </a:ln>
                          <a:solidFill>
                            <a:schemeClr val="tx1"/>
                          </a:solidFill>
                          <a:effectLst/>
                          <a:uFillTx/>
                          <a:latin typeface="ABC Monument Grotesk Thin"/>
                          <a:ea typeface="+mn-ea"/>
                          <a:cs typeface="+mn-cs"/>
                        </a:rPr>
                        <a:t>/ Lorem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ipsum</a:t>
                      </a:r>
                      <a:r>
                        <a:rPr kumimoji="0" lang="es-ES" sz="1100" b="0" i="1" u="none" strike="noStrike" kern="1200" cap="none" spc="0" normalizeH="0" baseline="0" dirty="0">
                          <a:ln>
                            <a:noFill/>
                          </a:ln>
                          <a:solidFill>
                            <a:schemeClr val="tx1"/>
                          </a:solidFill>
                          <a:effectLst/>
                          <a:uFillTx/>
                          <a:latin typeface="ABC Monument Grotesk Thin"/>
                          <a:ea typeface="+mn-ea"/>
                          <a:cs typeface="+mn-cs"/>
                        </a:rPr>
                        <a:t> dolor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sit</a:t>
                      </a:r>
                      <a:r>
                        <a:rPr kumimoji="0" lang="es-ES" sz="1100" b="0" i="1" u="none" strike="noStrike" kern="1200" cap="none" spc="0" normalizeH="0" baseline="0" dirty="0">
                          <a:ln>
                            <a:noFill/>
                          </a:ln>
                          <a:solidFill>
                            <a:schemeClr val="tx1"/>
                          </a:solidFill>
                          <a:effectLst/>
                          <a:uFillTx/>
                          <a:latin typeface="ABC Monument Grotesk Thin"/>
                          <a:ea typeface="+mn-ea"/>
                          <a:cs typeface="+mn-cs"/>
                        </a:rPr>
                        <a:t>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amet</a:t>
                      </a:r>
                      <a:r>
                        <a:rPr kumimoji="0" lang="es-ES" sz="1100" b="0" i="1" u="none" strike="noStrike" kern="1200" cap="none" spc="0" normalizeH="0" baseline="0" dirty="0">
                          <a:ln>
                            <a:noFill/>
                          </a:ln>
                          <a:solidFill>
                            <a:schemeClr val="tx1"/>
                          </a:solidFill>
                          <a:effectLst/>
                          <a:uFillTx/>
                          <a:latin typeface="ABC Monument Grotesk Thin"/>
                          <a:ea typeface="+mn-ea"/>
                          <a:cs typeface="+mn-cs"/>
                        </a:rPr>
                        <a:t>,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consectetur</a:t>
                      </a:r>
                      <a:r>
                        <a:rPr kumimoji="0" lang="es-ES" sz="1100" b="0" i="1" u="none" strike="noStrike" kern="1200" cap="none" spc="0" normalizeH="0" baseline="0" dirty="0">
                          <a:ln>
                            <a:noFill/>
                          </a:ln>
                          <a:solidFill>
                            <a:schemeClr val="tx1"/>
                          </a:solidFill>
                          <a:effectLst/>
                          <a:uFillTx/>
                          <a:latin typeface="ABC Monument Grotesk Thin"/>
                          <a:ea typeface="+mn-ea"/>
                          <a:cs typeface="+mn-cs"/>
                        </a:rPr>
                        <a:t>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adipiscing</a:t>
                      </a:r>
                      <a:r>
                        <a:rPr kumimoji="0" lang="es-ES" sz="1100" b="0" i="1" u="none" strike="noStrike" kern="1200" cap="none" spc="0" normalizeH="0" baseline="0" dirty="0">
                          <a:ln>
                            <a:noFill/>
                          </a:ln>
                          <a:solidFill>
                            <a:schemeClr val="tx1"/>
                          </a:solidFill>
                          <a:effectLst/>
                          <a:uFillTx/>
                          <a:latin typeface="ABC Monument Grotesk Thin"/>
                          <a:ea typeface="+mn-ea"/>
                          <a:cs typeface="+mn-cs"/>
                        </a:rPr>
                        <a:t>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elit</a:t>
                      </a:r>
                      <a:r>
                        <a:rPr kumimoji="0" lang="es-ES" sz="1100" b="0" i="1" u="none" strike="noStrike" kern="1200" cap="none" spc="0" normalizeH="0" baseline="0" dirty="0">
                          <a:ln>
                            <a:noFill/>
                          </a:ln>
                          <a:solidFill>
                            <a:schemeClr val="tx1"/>
                          </a:solidFill>
                          <a:effectLst/>
                          <a:uFillTx/>
                          <a:latin typeface="ABC Monument Grotesk Thin"/>
                          <a:ea typeface="+mn-ea"/>
                          <a:cs typeface="+mn-cs"/>
                        </a:rPr>
                        <a:t>.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Praesent</a:t>
                      </a:r>
                      <a:r>
                        <a:rPr kumimoji="0" lang="es-ES" sz="1100" b="0" i="1" u="none" strike="noStrike" kern="1200" cap="none" spc="0" normalizeH="0" baseline="0" dirty="0">
                          <a:ln>
                            <a:noFill/>
                          </a:ln>
                          <a:solidFill>
                            <a:schemeClr val="tx1"/>
                          </a:solidFill>
                          <a:effectLst/>
                          <a:uFillTx/>
                          <a:latin typeface="ABC Monument Grotesk Thin"/>
                          <a:ea typeface="+mn-ea"/>
                          <a:cs typeface="+mn-cs"/>
                        </a:rPr>
                        <a:t> id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enim</a:t>
                      </a:r>
                      <a:r>
                        <a:rPr kumimoji="0" lang="es-ES" sz="1100" b="0" i="1" u="none" strike="noStrike" kern="1200" cap="none" spc="0" normalizeH="0" baseline="0" dirty="0">
                          <a:ln>
                            <a:noFill/>
                          </a:ln>
                          <a:solidFill>
                            <a:schemeClr val="tx1"/>
                          </a:solidFill>
                          <a:effectLst/>
                          <a:uFillTx/>
                          <a:latin typeface="ABC Monument Grotesk Thin"/>
                          <a:ea typeface="+mn-ea"/>
                          <a:cs typeface="+mn-cs"/>
                        </a:rPr>
                        <a:t> sed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lacus</a:t>
                      </a:r>
                      <a:r>
                        <a:rPr kumimoji="0" lang="es-ES" sz="1100" b="0" i="1" u="none" strike="noStrike" kern="1200" cap="none" spc="0" normalizeH="0" baseline="0" dirty="0">
                          <a:ln>
                            <a:noFill/>
                          </a:ln>
                          <a:solidFill>
                            <a:schemeClr val="tx1"/>
                          </a:solidFill>
                          <a:effectLst/>
                          <a:uFillTx/>
                          <a:latin typeface="ABC Monument Grotesk Thin"/>
                          <a:ea typeface="+mn-ea"/>
                          <a:cs typeface="+mn-cs"/>
                        </a:rPr>
                        <a:t> vehicula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cursus</a:t>
                      </a:r>
                      <a:r>
                        <a:rPr kumimoji="0" lang="es-ES" sz="1100" b="0" i="1" u="none" strike="noStrike" kern="1200" cap="none" spc="0" normalizeH="0" baseline="0" dirty="0">
                          <a:ln>
                            <a:noFill/>
                          </a:ln>
                          <a:solidFill>
                            <a:schemeClr val="tx1"/>
                          </a:solidFill>
                          <a:effectLst/>
                          <a:uFillTx/>
                          <a:latin typeface="ABC Monument Grotesk Thin"/>
                          <a:ea typeface="+mn-ea"/>
                          <a:cs typeface="+mn-cs"/>
                        </a:rPr>
                        <a:t> id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eget</a:t>
                      </a:r>
                      <a:r>
                        <a:rPr kumimoji="0" lang="es-ES" sz="1100" b="0" i="1" u="none" strike="noStrike" kern="1200" cap="none" spc="0" normalizeH="0" baseline="0" dirty="0">
                          <a:ln>
                            <a:noFill/>
                          </a:ln>
                          <a:solidFill>
                            <a:schemeClr val="tx1"/>
                          </a:solidFill>
                          <a:effectLst/>
                          <a:uFillTx/>
                          <a:latin typeface="ABC Monument Grotesk Thin"/>
                          <a:ea typeface="+mn-ea"/>
                          <a:cs typeface="+mn-cs"/>
                        </a:rPr>
                        <a:t> neque.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Fusce</a:t>
                      </a:r>
                      <a:r>
                        <a:rPr kumimoji="0" lang="es-ES" sz="1100" b="0" i="1" u="none" strike="noStrike" kern="1200" cap="none" spc="0" normalizeH="0" baseline="0" dirty="0">
                          <a:ln>
                            <a:noFill/>
                          </a:ln>
                          <a:solidFill>
                            <a:schemeClr val="tx1"/>
                          </a:solidFill>
                          <a:effectLst/>
                          <a:uFillTx/>
                          <a:latin typeface="ABC Monument Grotesk Thin"/>
                          <a:ea typeface="+mn-ea"/>
                          <a:cs typeface="+mn-cs"/>
                        </a:rPr>
                        <a:t>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blandit</a:t>
                      </a:r>
                      <a:r>
                        <a:rPr kumimoji="0" lang="es-ES" sz="1100" b="0" i="1" u="none" strike="noStrike" kern="1200" cap="none" spc="0" normalizeH="0" baseline="0" dirty="0">
                          <a:ln>
                            <a:noFill/>
                          </a:ln>
                          <a:solidFill>
                            <a:schemeClr val="tx1"/>
                          </a:solidFill>
                          <a:effectLst/>
                          <a:uFillTx/>
                          <a:latin typeface="ABC Monument Grotesk Thin"/>
                          <a:ea typeface="+mn-ea"/>
                          <a:cs typeface="+mn-cs"/>
                        </a:rPr>
                        <a:t>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eleifend</a:t>
                      </a:r>
                      <a:r>
                        <a:rPr kumimoji="0" lang="es-ES" sz="1100" b="0" i="1" u="none" strike="noStrike" kern="1200" cap="none" spc="0" normalizeH="0" baseline="0" dirty="0">
                          <a:ln>
                            <a:noFill/>
                          </a:ln>
                          <a:solidFill>
                            <a:schemeClr val="tx1"/>
                          </a:solidFill>
                          <a:effectLst/>
                          <a:uFillTx/>
                          <a:latin typeface="ABC Monument Grotesk Thin"/>
                          <a:ea typeface="+mn-ea"/>
                          <a:cs typeface="+mn-cs"/>
                        </a:rPr>
                        <a:t>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pharetra</a:t>
                      </a:r>
                      <a:r>
                        <a:rPr kumimoji="0" lang="es-ES" sz="1100" b="0" i="1" u="none" strike="noStrike" kern="1200" cap="none" spc="0" normalizeH="0" baseline="0" dirty="0">
                          <a:ln>
                            <a:noFill/>
                          </a:ln>
                          <a:solidFill>
                            <a:schemeClr val="tx1"/>
                          </a:solidFill>
                          <a:effectLst/>
                          <a:uFillTx/>
                          <a:latin typeface="ABC Monument Grotesk Thin"/>
                          <a:ea typeface="+mn-ea"/>
                          <a:cs typeface="+mn-cs"/>
                        </a:rPr>
                        <a:t>.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Phasellus</a:t>
                      </a:r>
                      <a:r>
                        <a:rPr kumimoji="0" lang="es-ES" sz="1100" b="0" i="1" u="none" strike="noStrike" kern="1200" cap="none" spc="0" normalizeH="0" baseline="0" dirty="0">
                          <a:ln>
                            <a:noFill/>
                          </a:ln>
                          <a:solidFill>
                            <a:schemeClr val="tx1"/>
                          </a:solidFill>
                          <a:effectLst/>
                          <a:uFillTx/>
                          <a:latin typeface="ABC Monument Grotesk Thin"/>
                          <a:ea typeface="+mn-ea"/>
                          <a:cs typeface="+mn-cs"/>
                        </a:rPr>
                        <a:t>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consectetur</a:t>
                      </a:r>
                      <a:r>
                        <a:rPr kumimoji="0" lang="es-ES" sz="1100" b="0" i="1" u="none" strike="noStrike" kern="1200" cap="none" spc="0" normalizeH="0" baseline="0" dirty="0">
                          <a:ln>
                            <a:noFill/>
                          </a:ln>
                          <a:solidFill>
                            <a:schemeClr val="tx1"/>
                          </a:solidFill>
                          <a:effectLst/>
                          <a:uFillTx/>
                          <a:latin typeface="ABC Monument Grotesk Thin"/>
                          <a:ea typeface="+mn-ea"/>
                          <a:cs typeface="+mn-cs"/>
                        </a:rPr>
                        <a:t> id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purus</a:t>
                      </a:r>
                      <a:r>
                        <a:rPr kumimoji="0" lang="es-ES" sz="1100" b="0" i="1" u="none" strike="noStrike" kern="1200" cap="none" spc="0" normalizeH="0" baseline="0" dirty="0">
                          <a:ln>
                            <a:noFill/>
                          </a:ln>
                          <a:solidFill>
                            <a:schemeClr val="tx1"/>
                          </a:solidFill>
                          <a:effectLst/>
                          <a:uFillTx/>
                          <a:latin typeface="ABC Monument Grotesk Thin"/>
                          <a:ea typeface="+mn-ea"/>
                          <a:cs typeface="+mn-cs"/>
                        </a:rPr>
                        <a:t> in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bibendum</a:t>
                      </a:r>
                      <a:r>
                        <a:rPr kumimoji="0" lang="es-ES" sz="1100" b="0" i="1" u="none" strike="noStrike" kern="1200" cap="none" spc="0" normalizeH="0" baseline="0" dirty="0">
                          <a:ln>
                            <a:noFill/>
                          </a:ln>
                          <a:solidFill>
                            <a:schemeClr val="tx1"/>
                          </a:solidFill>
                          <a:effectLst/>
                          <a:uFillTx/>
                          <a:latin typeface="ABC Monument Grotesk Thin"/>
                          <a:ea typeface="+mn-ea"/>
                          <a:cs typeface="+mn-cs"/>
                        </a:rPr>
                        <a:t>. Quisque ornare, nunc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vel</a:t>
                      </a:r>
                      <a:r>
                        <a:rPr kumimoji="0" lang="es-ES" sz="1100" b="0" i="1" u="none" strike="noStrike" kern="1200" cap="none" spc="0" normalizeH="0" baseline="0" dirty="0">
                          <a:ln>
                            <a:noFill/>
                          </a:ln>
                          <a:solidFill>
                            <a:schemeClr val="tx1"/>
                          </a:solidFill>
                          <a:effectLst/>
                          <a:uFillTx/>
                          <a:latin typeface="ABC Monument Grotesk Thin"/>
                          <a:ea typeface="+mn-ea"/>
                          <a:cs typeface="+mn-cs"/>
                        </a:rPr>
                        <a:t>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faucibus</a:t>
                      </a:r>
                      <a:r>
                        <a:rPr kumimoji="0" lang="es-ES" sz="1100" b="0" i="1" u="none" strike="noStrike" kern="1200" cap="none" spc="0" normalizeH="0" baseline="0" dirty="0">
                          <a:ln>
                            <a:noFill/>
                          </a:ln>
                          <a:solidFill>
                            <a:schemeClr val="tx1"/>
                          </a:solidFill>
                          <a:effectLst/>
                          <a:uFillTx/>
                          <a:latin typeface="ABC Monument Grotesk Thin"/>
                          <a:ea typeface="+mn-ea"/>
                          <a:cs typeface="+mn-cs"/>
                        </a:rPr>
                        <a:t>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fringilla</a:t>
                      </a:r>
                      <a:r>
                        <a:rPr kumimoji="0" lang="es-ES" sz="1100" b="0" i="1" u="none" strike="noStrike" kern="1200" cap="none" spc="0" normalizeH="0" baseline="0" dirty="0">
                          <a:ln>
                            <a:noFill/>
                          </a:ln>
                          <a:solidFill>
                            <a:schemeClr val="tx1"/>
                          </a:solidFill>
                          <a:effectLst/>
                          <a:uFillTx/>
                          <a:latin typeface="ABC Monument Grotesk Thin"/>
                          <a:ea typeface="+mn-ea"/>
                          <a:cs typeface="+mn-cs"/>
                        </a:rPr>
                        <a:t>, ex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sem</a:t>
                      </a:r>
                      <a:r>
                        <a:rPr kumimoji="0" lang="es-ES" sz="1100" b="0" i="1" u="none" strike="noStrike" kern="1200" cap="none" spc="0" normalizeH="0" baseline="0" dirty="0">
                          <a:ln>
                            <a:noFill/>
                          </a:ln>
                          <a:solidFill>
                            <a:schemeClr val="tx1"/>
                          </a:solidFill>
                          <a:effectLst/>
                          <a:uFillTx/>
                          <a:latin typeface="ABC Monument Grotesk Thin"/>
                          <a:ea typeface="+mn-ea"/>
                          <a:cs typeface="+mn-cs"/>
                        </a:rPr>
                        <a:t>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convallis</a:t>
                      </a:r>
                      <a:r>
                        <a:rPr kumimoji="0" lang="es-ES" sz="1100" b="0" i="1" u="none" strike="noStrike" kern="1200" cap="none" spc="0" normalizeH="0" baseline="0" dirty="0">
                          <a:ln>
                            <a:noFill/>
                          </a:ln>
                          <a:solidFill>
                            <a:schemeClr val="tx1"/>
                          </a:solidFill>
                          <a:effectLst/>
                          <a:uFillTx/>
                          <a:latin typeface="ABC Monument Grotesk Thin"/>
                          <a:ea typeface="+mn-ea"/>
                          <a:cs typeface="+mn-cs"/>
                        </a:rPr>
                        <a:t>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lectus</a:t>
                      </a:r>
                      <a:r>
                        <a:rPr kumimoji="0" lang="es-ES" sz="1100" b="0" i="1" u="none" strike="noStrike" kern="1200" cap="none" spc="0" normalizeH="0" baseline="0" dirty="0">
                          <a:ln>
                            <a:noFill/>
                          </a:ln>
                          <a:solidFill>
                            <a:schemeClr val="tx1"/>
                          </a:solidFill>
                          <a:effectLst/>
                          <a:uFillTx/>
                          <a:latin typeface="ABC Monument Grotesk Thin"/>
                          <a:ea typeface="+mn-ea"/>
                          <a:cs typeface="+mn-cs"/>
                        </a:rPr>
                        <a:t>,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eu</a:t>
                      </a:r>
                      <a:r>
                        <a:rPr kumimoji="0" lang="es-ES" sz="1100" b="0" i="1" u="none" strike="noStrike" kern="1200" cap="none" spc="0" normalizeH="0" baseline="0" dirty="0">
                          <a:ln>
                            <a:noFill/>
                          </a:ln>
                          <a:solidFill>
                            <a:schemeClr val="tx1"/>
                          </a:solidFill>
                          <a:effectLst/>
                          <a:uFillTx/>
                          <a:latin typeface="ABC Monument Grotesk Thin"/>
                          <a:ea typeface="+mn-ea"/>
                          <a:cs typeface="+mn-cs"/>
                        </a:rPr>
                        <a:t>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maximus</a:t>
                      </a:r>
                      <a:r>
                        <a:rPr kumimoji="0" lang="es-ES" sz="1100" b="0" i="1" u="none" strike="noStrike" kern="1200" cap="none" spc="0" normalizeH="0" baseline="0" dirty="0">
                          <a:ln>
                            <a:noFill/>
                          </a:ln>
                          <a:solidFill>
                            <a:schemeClr val="tx1"/>
                          </a:solidFill>
                          <a:effectLst/>
                          <a:uFillTx/>
                          <a:latin typeface="ABC Monument Grotesk Thin"/>
                          <a:ea typeface="+mn-ea"/>
                          <a:cs typeface="+mn-cs"/>
                        </a:rPr>
                        <a:t>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dui</a:t>
                      </a:r>
                      <a:r>
                        <a:rPr kumimoji="0" lang="es-ES" sz="1100" b="0" i="1" u="none" strike="noStrike" kern="1200" cap="none" spc="0" normalizeH="0" baseline="0" dirty="0">
                          <a:ln>
                            <a:noFill/>
                          </a:ln>
                          <a:solidFill>
                            <a:schemeClr val="tx1"/>
                          </a:solidFill>
                          <a:effectLst/>
                          <a:uFillTx/>
                          <a:latin typeface="ABC Monument Grotesk Thin"/>
                          <a:ea typeface="+mn-ea"/>
                          <a:cs typeface="+mn-cs"/>
                        </a:rPr>
                        <a:t> justo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eu</a:t>
                      </a:r>
                      <a:r>
                        <a:rPr kumimoji="0" lang="es-ES" sz="1100" b="0" i="1" u="none" strike="noStrike" kern="1200" cap="none" spc="0" normalizeH="0" baseline="0" dirty="0">
                          <a:ln>
                            <a:noFill/>
                          </a:ln>
                          <a:solidFill>
                            <a:schemeClr val="tx1"/>
                          </a:solidFill>
                          <a:effectLst/>
                          <a:uFillTx/>
                          <a:latin typeface="ABC Monument Grotesk Thin"/>
                          <a:ea typeface="+mn-ea"/>
                          <a:cs typeface="+mn-cs"/>
                        </a:rPr>
                        <a:t>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lorem</a:t>
                      </a:r>
                      <a:r>
                        <a:rPr kumimoji="0" lang="es-ES" sz="1100" b="0" i="1" u="none" strike="noStrike" kern="1200" cap="none" spc="0" normalizeH="0" baseline="0" dirty="0">
                          <a:ln>
                            <a:noFill/>
                          </a:ln>
                          <a:solidFill>
                            <a:schemeClr val="tx1"/>
                          </a:solidFill>
                          <a:effectLst/>
                          <a:uFillTx/>
                          <a:latin typeface="ABC Monument Grotesk Thin"/>
                          <a:ea typeface="+mn-ea"/>
                          <a:cs typeface="+mn-cs"/>
                        </a:rPr>
                        <a:t>..</a:t>
                      </a:r>
                    </a:p>
                    <a:p>
                      <a:pPr marL="360363" marR="0" lvl="0" indent="0" algn="just" defTabSz="1007486" rtl="0" eaLnBrk="1" fontAlgn="auto" latinLnBrk="0" hangingPunct="1">
                        <a:lnSpc>
                          <a:spcPct val="100000"/>
                        </a:lnSpc>
                        <a:spcBef>
                          <a:spcPts val="0"/>
                        </a:spcBef>
                        <a:spcAft>
                          <a:spcPts val="600"/>
                        </a:spcAft>
                        <a:buClrTx/>
                        <a:buSzTx/>
                        <a:buFontTx/>
                        <a:buNone/>
                        <a:tabLst>
                          <a:tab pos="355600" algn="l"/>
                        </a:tabLst>
                        <a:defRPr/>
                      </a:pPr>
                      <a:r>
                        <a:rPr kumimoji="0" lang="es-ES" sz="1100" b="0" i="1" u="none" strike="noStrike" kern="1200" cap="none" spc="0" normalizeH="0" baseline="0" dirty="0">
                          <a:ln>
                            <a:noFill/>
                          </a:ln>
                          <a:solidFill>
                            <a:schemeClr val="tx1"/>
                          </a:solidFill>
                          <a:effectLst/>
                          <a:uFillTx/>
                          <a:latin typeface="ABC Monument Grotesk Thin"/>
                          <a:ea typeface="+mn-ea"/>
                          <a:cs typeface="+mn-cs"/>
                        </a:rPr>
                        <a:t>/ Lorem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ipsum</a:t>
                      </a:r>
                      <a:r>
                        <a:rPr kumimoji="0" lang="es-ES" sz="1100" b="0" i="1" u="none" strike="noStrike" kern="1200" cap="none" spc="0" normalizeH="0" baseline="0" dirty="0">
                          <a:ln>
                            <a:noFill/>
                          </a:ln>
                          <a:solidFill>
                            <a:schemeClr val="tx1"/>
                          </a:solidFill>
                          <a:effectLst/>
                          <a:uFillTx/>
                          <a:latin typeface="ABC Monument Grotesk Thin"/>
                          <a:ea typeface="+mn-ea"/>
                          <a:cs typeface="+mn-cs"/>
                        </a:rPr>
                        <a:t> dolor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sit</a:t>
                      </a:r>
                      <a:r>
                        <a:rPr kumimoji="0" lang="es-ES" sz="1100" b="0" i="1" u="none" strike="noStrike" kern="1200" cap="none" spc="0" normalizeH="0" baseline="0" dirty="0">
                          <a:ln>
                            <a:noFill/>
                          </a:ln>
                          <a:solidFill>
                            <a:schemeClr val="tx1"/>
                          </a:solidFill>
                          <a:effectLst/>
                          <a:uFillTx/>
                          <a:latin typeface="ABC Monument Grotesk Thin"/>
                          <a:ea typeface="+mn-ea"/>
                          <a:cs typeface="+mn-cs"/>
                        </a:rPr>
                        <a:t>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amet</a:t>
                      </a:r>
                      <a:r>
                        <a:rPr kumimoji="0" lang="es-ES" sz="1100" b="0" i="1" u="none" strike="noStrike" kern="1200" cap="none" spc="0" normalizeH="0" baseline="0" dirty="0">
                          <a:ln>
                            <a:noFill/>
                          </a:ln>
                          <a:solidFill>
                            <a:schemeClr val="tx1"/>
                          </a:solidFill>
                          <a:effectLst/>
                          <a:uFillTx/>
                          <a:latin typeface="ABC Monument Grotesk Thin"/>
                          <a:ea typeface="+mn-ea"/>
                          <a:cs typeface="+mn-cs"/>
                        </a:rPr>
                        <a:t>,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consectetur</a:t>
                      </a:r>
                      <a:r>
                        <a:rPr kumimoji="0" lang="es-ES" sz="1100" b="0" i="1" u="none" strike="noStrike" kern="1200" cap="none" spc="0" normalizeH="0" baseline="0" dirty="0">
                          <a:ln>
                            <a:noFill/>
                          </a:ln>
                          <a:solidFill>
                            <a:schemeClr val="tx1"/>
                          </a:solidFill>
                          <a:effectLst/>
                          <a:uFillTx/>
                          <a:latin typeface="ABC Monument Grotesk Thin"/>
                          <a:ea typeface="+mn-ea"/>
                          <a:cs typeface="+mn-cs"/>
                        </a:rPr>
                        <a:t>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adipiscing</a:t>
                      </a:r>
                      <a:r>
                        <a:rPr kumimoji="0" lang="es-ES" sz="1100" b="0" i="1" u="none" strike="noStrike" kern="1200" cap="none" spc="0" normalizeH="0" baseline="0" dirty="0">
                          <a:ln>
                            <a:noFill/>
                          </a:ln>
                          <a:solidFill>
                            <a:schemeClr val="tx1"/>
                          </a:solidFill>
                          <a:effectLst/>
                          <a:uFillTx/>
                          <a:latin typeface="ABC Monument Grotesk Thin"/>
                          <a:ea typeface="+mn-ea"/>
                          <a:cs typeface="+mn-cs"/>
                        </a:rPr>
                        <a:t>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elit</a:t>
                      </a:r>
                      <a:r>
                        <a:rPr kumimoji="0" lang="es-ES" sz="1100" b="0" i="1" u="none" strike="noStrike" kern="1200" cap="none" spc="0" normalizeH="0" baseline="0" dirty="0">
                          <a:ln>
                            <a:noFill/>
                          </a:ln>
                          <a:solidFill>
                            <a:schemeClr val="tx1"/>
                          </a:solidFill>
                          <a:effectLst/>
                          <a:uFillTx/>
                          <a:latin typeface="ABC Monument Grotesk Thin"/>
                          <a:ea typeface="+mn-ea"/>
                          <a:cs typeface="+mn-cs"/>
                        </a:rPr>
                        <a:t>.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Praesent</a:t>
                      </a:r>
                      <a:r>
                        <a:rPr kumimoji="0" lang="es-ES" sz="1100" b="0" i="1" u="none" strike="noStrike" kern="1200" cap="none" spc="0" normalizeH="0" baseline="0" dirty="0">
                          <a:ln>
                            <a:noFill/>
                          </a:ln>
                          <a:solidFill>
                            <a:schemeClr val="tx1"/>
                          </a:solidFill>
                          <a:effectLst/>
                          <a:uFillTx/>
                          <a:latin typeface="ABC Monument Grotesk Thin"/>
                          <a:ea typeface="+mn-ea"/>
                          <a:cs typeface="+mn-cs"/>
                        </a:rPr>
                        <a:t> id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enim</a:t>
                      </a:r>
                      <a:r>
                        <a:rPr kumimoji="0" lang="es-ES" sz="1100" b="0" i="1" u="none" strike="noStrike" kern="1200" cap="none" spc="0" normalizeH="0" baseline="0" dirty="0">
                          <a:ln>
                            <a:noFill/>
                          </a:ln>
                          <a:solidFill>
                            <a:schemeClr val="tx1"/>
                          </a:solidFill>
                          <a:effectLst/>
                          <a:uFillTx/>
                          <a:latin typeface="ABC Monument Grotesk Thin"/>
                          <a:ea typeface="+mn-ea"/>
                          <a:cs typeface="+mn-cs"/>
                        </a:rPr>
                        <a:t> sed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lacus</a:t>
                      </a:r>
                      <a:r>
                        <a:rPr kumimoji="0" lang="es-ES" sz="1100" b="0" i="1" u="none" strike="noStrike" kern="1200" cap="none" spc="0" normalizeH="0" baseline="0" dirty="0">
                          <a:ln>
                            <a:noFill/>
                          </a:ln>
                          <a:solidFill>
                            <a:schemeClr val="tx1"/>
                          </a:solidFill>
                          <a:effectLst/>
                          <a:uFillTx/>
                          <a:latin typeface="ABC Monument Grotesk Thin"/>
                          <a:ea typeface="+mn-ea"/>
                          <a:cs typeface="+mn-cs"/>
                        </a:rPr>
                        <a:t> vehicula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cursus</a:t>
                      </a:r>
                      <a:r>
                        <a:rPr kumimoji="0" lang="es-ES" sz="1100" b="0" i="1" u="none" strike="noStrike" kern="1200" cap="none" spc="0" normalizeH="0" baseline="0" dirty="0">
                          <a:ln>
                            <a:noFill/>
                          </a:ln>
                          <a:solidFill>
                            <a:schemeClr val="tx1"/>
                          </a:solidFill>
                          <a:effectLst/>
                          <a:uFillTx/>
                          <a:latin typeface="ABC Monument Grotesk Thin"/>
                          <a:ea typeface="+mn-ea"/>
                          <a:cs typeface="+mn-cs"/>
                        </a:rPr>
                        <a:t> id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eget</a:t>
                      </a:r>
                      <a:r>
                        <a:rPr kumimoji="0" lang="es-ES" sz="1100" b="0" i="1" u="none" strike="noStrike" kern="1200" cap="none" spc="0" normalizeH="0" baseline="0" dirty="0">
                          <a:ln>
                            <a:noFill/>
                          </a:ln>
                          <a:solidFill>
                            <a:schemeClr val="tx1"/>
                          </a:solidFill>
                          <a:effectLst/>
                          <a:uFillTx/>
                          <a:latin typeface="ABC Monument Grotesk Thin"/>
                          <a:ea typeface="+mn-ea"/>
                          <a:cs typeface="+mn-cs"/>
                        </a:rPr>
                        <a:t> neque.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Fusce</a:t>
                      </a:r>
                      <a:r>
                        <a:rPr kumimoji="0" lang="es-ES" sz="1100" b="0" i="1" u="none" strike="noStrike" kern="1200" cap="none" spc="0" normalizeH="0" baseline="0" dirty="0">
                          <a:ln>
                            <a:noFill/>
                          </a:ln>
                          <a:solidFill>
                            <a:schemeClr val="tx1"/>
                          </a:solidFill>
                          <a:effectLst/>
                          <a:uFillTx/>
                          <a:latin typeface="ABC Monument Grotesk Thin"/>
                          <a:ea typeface="+mn-ea"/>
                          <a:cs typeface="+mn-cs"/>
                        </a:rPr>
                        <a:t>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blandit</a:t>
                      </a:r>
                      <a:r>
                        <a:rPr kumimoji="0" lang="es-ES" sz="1100" b="0" i="1" u="none" strike="noStrike" kern="1200" cap="none" spc="0" normalizeH="0" baseline="0" dirty="0">
                          <a:ln>
                            <a:noFill/>
                          </a:ln>
                          <a:solidFill>
                            <a:schemeClr val="tx1"/>
                          </a:solidFill>
                          <a:effectLst/>
                          <a:uFillTx/>
                          <a:latin typeface="ABC Monument Grotesk Thin"/>
                          <a:ea typeface="+mn-ea"/>
                          <a:cs typeface="+mn-cs"/>
                        </a:rPr>
                        <a:t>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eleifend</a:t>
                      </a:r>
                      <a:r>
                        <a:rPr kumimoji="0" lang="es-ES" sz="1100" b="0" i="1" u="none" strike="noStrike" kern="1200" cap="none" spc="0" normalizeH="0" baseline="0" dirty="0">
                          <a:ln>
                            <a:noFill/>
                          </a:ln>
                          <a:solidFill>
                            <a:schemeClr val="tx1"/>
                          </a:solidFill>
                          <a:effectLst/>
                          <a:uFillTx/>
                          <a:latin typeface="ABC Monument Grotesk Thin"/>
                          <a:ea typeface="+mn-ea"/>
                          <a:cs typeface="+mn-cs"/>
                        </a:rPr>
                        <a:t>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pharetra</a:t>
                      </a:r>
                      <a:r>
                        <a:rPr kumimoji="0" lang="es-ES" sz="1100" b="0" i="1" u="none" strike="noStrike" kern="1200" cap="none" spc="0" normalizeH="0" baseline="0" dirty="0">
                          <a:ln>
                            <a:noFill/>
                          </a:ln>
                          <a:solidFill>
                            <a:schemeClr val="tx1"/>
                          </a:solidFill>
                          <a:effectLst/>
                          <a:uFillTx/>
                          <a:latin typeface="ABC Monument Grotesk Thin"/>
                          <a:ea typeface="+mn-ea"/>
                          <a:cs typeface="+mn-cs"/>
                        </a:rPr>
                        <a:t>.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Phasellus</a:t>
                      </a:r>
                      <a:r>
                        <a:rPr kumimoji="0" lang="es-ES" sz="1100" b="0" i="1" u="none" strike="noStrike" kern="1200" cap="none" spc="0" normalizeH="0" baseline="0" dirty="0">
                          <a:ln>
                            <a:noFill/>
                          </a:ln>
                          <a:solidFill>
                            <a:schemeClr val="tx1"/>
                          </a:solidFill>
                          <a:effectLst/>
                          <a:uFillTx/>
                          <a:latin typeface="ABC Monument Grotesk Thin"/>
                          <a:ea typeface="+mn-ea"/>
                          <a:cs typeface="+mn-cs"/>
                        </a:rPr>
                        <a:t>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consectetur</a:t>
                      </a:r>
                      <a:r>
                        <a:rPr kumimoji="0" lang="es-ES" sz="1100" b="0" i="1" u="none" strike="noStrike" kern="1200" cap="none" spc="0" normalizeH="0" baseline="0" dirty="0">
                          <a:ln>
                            <a:noFill/>
                          </a:ln>
                          <a:solidFill>
                            <a:schemeClr val="tx1"/>
                          </a:solidFill>
                          <a:effectLst/>
                          <a:uFillTx/>
                          <a:latin typeface="ABC Monument Grotesk Thin"/>
                          <a:ea typeface="+mn-ea"/>
                          <a:cs typeface="+mn-cs"/>
                        </a:rPr>
                        <a:t> id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purus</a:t>
                      </a:r>
                      <a:r>
                        <a:rPr kumimoji="0" lang="es-ES" sz="1100" b="0" i="1" u="none" strike="noStrike" kern="1200" cap="none" spc="0" normalizeH="0" baseline="0" dirty="0">
                          <a:ln>
                            <a:noFill/>
                          </a:ln>
                          <a:solidFill>
                            <a:schemeClr val="tx1"/>
                          </a:solidFill>
                          <a:effectLst/>
                          <a:uFillTx/>
                          <a:latin typeface="ABC Monument Grotesk Thin"/>
                          <a:ea typeface="+mn-ea"/>
                          <a:cs typeface="+mn-cs"/>
                        </a:rPr>
                        <a:t> in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bibendum</a:t>
                      </a:r>
                      <a:r>
                        <a:rPr kumimoji="0" lang="es-ES" sz="1100" b="0" i="1" u="none" strike="noStrike" kern="1200" cap="none" spc="0" normalizeH="0" baseline="0" dirty="0">
                          <a:ln>
                            <a:noFill/>
                          </a:ln>
                          <a:solidFill>
                            <a:schemeClr val="tx1"/>
                          </a:solidFill>
                          <a:effectLst/>
                          <a:uFillTx/>
                          <a:latin typeface="ABC Monument Grotesk Thin"/>
                          <a:ea typeface="+mn-ea"/>
                          <a:cs typeface="+mn-cs"/>
                        </a:rPr>
                        <a:t>. Quisque ornare, nunc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vel</a:t>
                      </a:r>
                      <a:r>
                        <a:rPr kumimoji="0" lang="es-ES" sz="1100" b="0" i="1" u="none" strike="noStrike" kern="1200" cap="none" spc="0" normalizeH="0" baseline="0" dirty="0">
                          <a:ln>
                            <a:noFill/>
                          </a:ln>
                          <a:solidFill>
                            <a:schemeClr val="tx1"/>
                          </a:solidFill>
                          <a:effectLst/>
                          <a:uFillTx/>
                          <a:latin typeface="ABC Monument Grotesk Thin"/>
                          <a:ea typeface="+mn-ea"/>
                          <a:cs typeface="+mn-cs"/>
                        </a:rPr>
                        <a:t>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faucibus</a:t>
                      </a:r>
                      <a:r>
                        <a:rPr kumimoji="0" lang="es-ES" sz="1100" b="0" i="1" u="none" strike="noStrike" kern="1200" cap="none" spc="0" normalizeH="0" baseline="0" dirty="0">
                          <a:ln>
                            <a:noFill/>
                          </a:ln>
                          <a:solidFill>
                            <a:schemeClr val="tx1"/>
                          </a:solidFill>
                          <a:effectLst/>
                          <a:uFillTx/>
                          <a:latin typeface="ABC Monument Grotesk Thin"/>
                          <a:ea typeface="+mn-ea"/>
                          <a:cs typeface="+mn-cs"/>
                        </a:rPr>
                        <a:t>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fringilla</a:t>
                      </a:r>
                      <a:r>
                        <a:rPr kumimoji="0" lang="es-ES" sz="1100" b="0" i="1" u="none" strike="noStrike" kern="1200" cap="none" spc="0" normalizeH="0" baseline="0" dirty="0">
                          <a:ln>
                            <a:noFill/>
                          </a:ln>
                          <a:solidFill>
                            <a:schemeClr val="tx1"/>
                          </a:solidFill>
                          <a:effectLst/>
                          <a:uFillTx/>
                          <a:latin typeface="ABC Monument Grotesk Thin"/>
                          <a:ea typeface="+mn-ea"/>
                          <a:cs typeface="+mn-cs"/>
                        </a:rPr>
                        <a:t>, ex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sem</a:t>
                      </a:r>
                      <a:r>
                        <a:rPr kumimoji="0" lang="es-ES" sz="1100" b="0" i="1" u="none" strike="noStrike" kern="1200" cap="none" spc="0" normalizeH="0" baseline="0" dirty="0">
                          <a:ln>
                            <a:noFill/>
                          </a:ln>
                          <a:solidFill>
                            <a:schemeClr val="tx1"/>
                          </a:solidFill>
                          <a:effectLst/>
                          <a:uFillTx/>
                          <a:latin typeface="ABC Monument Grotesk Thin"/>
                          <a:ea typeface="+mn-ea"/>
                          <a:cs typeface="+mn-cs"/>
                        </a:rPr>
                        <a:t>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convallis</a:t>
                      </a:r>
                      <a:r>
                        <a:rPr kumimoji="0" lang="es-ES" sz="1100" b="0" i="1" u="none" strike="noStrike" kern="1200" cap="none" spc="0" normalizeH="0" baseline="0" dirty="0">
                          <a:ln>
                            <a:noFill/>
                          </a:ln>
                          <a:solidFill>
                            <a:schemeClr val="tx1"/>
                          </a:solidFill>
                          <a:effectLst/>
                          <a:uFillTx/>
                          <a:latin typeface="ABC Monument Grotesk Thin"/>
                          <a:ea typeface="+mn-ea"/>
                          <a:cs typeface="+mn-cs"/>
                        </a:rPr>
                        <a:t>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lectus</a:t>
                      </a:r>
                      <a:r>
                        <a:rPr kumimoji="0" lang="es-ES" sz="1100" b="0" i="1" u="none" strike="noStrike" kern="1200" cap="none" spc="0" normalizeH="0" baseline="0" dirty="0">
                          <a:ln>
                            <a:noFill/>
                          </a:ln>
                          <a:solidFill>
                            <a:schemeClr val="tx1"/>
                          </a:solidFill>
                          <a:effectLst/>
                          <a:uFillTx/>
                          <a:latin typeface="ABC Monument Grotesk Thin"/>
                          <a:ea typeface="+mn-ea"/>
                          <a:cs typeface="+mn-cs"/>
                        </a:rPr>
                        <a:t>,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eu</a:t>
                      </a:r>
                      <a:r>
                        <a:rPr kumimoji="0" lang="es-ES" sz="1100" b="0" i="1" u="none" strike="noStrike" kern="1200" cap="none" spc="0" normalizeH="0" baseline="0" dirty="0">
                          <a:ln>
                            <a:noFill/>
                          </a:ln>
                          <a:solidFill>
                            <a:schemeClr val="tx1"/>
                          </a:solidFill>
                          <a:effectLst/>
                          <a:uFillTx/>
                          <a:latin typeface="ABC Monument Grotesk Thin"/>
                          <a:ea typeface="+mn-ea"/>
                          <a:cs typeface="+mn-cs"/>
                        </a:rPr>
                        <a:t>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maximus</a:t>
                      </a:r>
                      <a:r>
                        <a:rPr kumimoji="0" lang="es-ES" sz="1100" b="0" i="1" u="none" strike="noStrike" kern="1200" cap="none" spc="0" normalizeH="0" baseline="0" dirty="0">
                          <a:ln>
                            <a:noFill/>
                          </a:ln>
                          <a:solidFill>
                            <a:schemeClr val="tx1"/>
                          </a:solidFill>
                          <a:effectLst/>
                          <a:uFillTx/>
                          <a:latin typeface="ABC Monument Grotesk Thin"/>
                          <a:ea typeface="+mn-ea"/>
                          <a:cs typeface="+mn-cs"/>
                        </a:rPr>
                        <a:t>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dui</a:t>
                      </a:r>
                      <a:r>
                        <a:rPr kumimoji="0" lang="es-ES" sz="1100" b="0" i="1" u="none" strike="noStrike" kern="1200" cap="none" spc="0" normalizeH="0" baseline="0" dirty="0">
                          <a:ln>
                            <a:noFill/>
                          </a:ln>
                          <a:solidFill>
                            <a:schemeClr val="tx1"/>
                          </a:solidFill>
                          <a:effectLst/>
                          <a:uFillTx/>
                          <a:latin typeface="ABC Monument Grotesk Thin"/>
                          <a:ea typeface="+mn-ea"/>
                          <a:cs typeface="+mn-cs"/>
                        </a:rPr>
                        <a:t> justo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eu</a:t>
                      </a:r>
                      <a:r>
                        <a:rPr kumimoji="0" lang="es-ES" sz="1100" b="0" i="1" u="none" strike="noStrike" kern="1200" cap="none" spc="0" normalizeH="0" baseline="0" dirty="0">
                          <a:ln>
                            <a:noFill/>
                          </a:ln>
                          <a:solidFill>
                            <a:schemeClr val="tx1"/>
                          </a:solidFill>
                          <a:effectLst/>
                          <a:uFillTx/>
                          <a:latin typeface="ABC Monument Grotesk Thin"/>
                          <a:ea typeface="+mn-ea"/>
                          <a:cs typeface="+mn-cs"/>
                        </a:rPr>
                        <a:t>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lorem</a:t>
                      </a:r>
                      <a:r>
                        <a:rPr kumimoji="0" lang="es-ES" sz="1100" b="0" i="1" u="none" strike="noStrike" kern="1200" cap="none" spc="0" normalizeH="0" baseline="0" dirty="0">
                          <a:ln>
                            <a:noFill/>
                          </a:ln>
                          <a:solidFill>
                            <a:schemeClr val="tx1"/>
                          </a:solidFill>
                          <a:effectLst/>
                          <a:uFillTx/>
                          <a:latin typeface="ABC Monument Grotesk Thin"/>
                          <a:ea typeface="+mn-ea"/>
                          <a:cs typeface="+mn-cs"/>
                        </a:rPr>
                        <a:t>.</a:t>
                      </a:r>
                    </a:p>
                    <a:p>
                      <a:pPr marL="360363" marR="0" lvl="0" indent="0" algn="just" defTabSz="1007486" rtl="0" eaLnBrk="1" fontAlgn="auto" latinLnBrk="0" hangingPunct="1">
                        <a:lnSpc>
                          <a:spcPct val="100000"/>
                        </a:lnSpc>
                        <a:spcBef>
                          <a:spcPts val="0"/>
                        </a:spcBef>
                        <a:spcAft>
                          <a:spcPts val="600"/>
                        </a:spcAft>
                        <a:buClrTx/>
                        <a:buSzTx/>
                        <a:buFontTx/>
                        <a:buNone/>
                        <a:tabLst>
                          <a:tab pos="355600" algn="l"/>
                        </a:tabLst>
                        <a:defRPr/>
                      </a:pPr>
                      <a:r>
                        <a:rPr kumimoji="0" lang="es-ES" sz="1100" b="0" i="1"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a:ln>
                            <a:noFill/>
                          </a:ln>
                          <a:solidFill>
                            <a:schemeClr val="tx1"/>
                          </a:solidFill>
                          <a:effectLst/>
                          <a:uFillTx/>
                          <a:latin typeface="ABC Monument Grotesk Thin"/>
                          <a:ea typeface="+mn-ea"/>
                          <a:cs typeface="+mn-cs"/>
                        </a:rPr>
                        <a:t>Lorem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ipsum</a:t>
                      </a:r>
                      <a:r>
                        <a:rPr kumimoji="0" lang="es-ES" sz="1100" b="0" i="0" u="none" strike="noStrike" kern="1200" cap="none" spc="0" normalizeH="0" baseline="0" dirty="0">
                          <a:ln>
                            <a:noFill/>
                          </a:ln>
                          <a:solidFill>
                            <a:schemeClr val="tx1"/>
                          </a:solidFill>
                          <a:effectLst/>
                          <a:uFillTx/>
                          <a:latin typeface="ABC Monument Grotesk Thin"/>
                          <a:ea typeface="+mn-ea"/>
                          <a:cs typeface="+mn-cs"/>
                        </a:rPr>
                        <a:t> dolor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sit</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amet</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consectetur</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adipiscing</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elit</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Praesent</a:t>
                      </a:r>
                      <a:r>
                        <a:rPr kumimoji="0" lang="es-ES" sz="1100" b="0" i="0" u="none" strike="noStrike" kern="1200" cap="none" spc="0" normalizeH="0" baseline="0" dirty="0">
                          <a:ln>
                            <a:noFill/>
                          </a:ln>
                          <a:solidFill>
                            <a:schemeClr val="tx1"/>
                          </a:solidFill>
                          <a:effectLst/>
                          <a:uFillTx/>
                          <a:latin typeface="ABC Monument Grotesk Thin"/>
                          <a:ea typeface="+mn-ea"/>
                          <a:cs typeface="+mn-cs"/>
                        </a:rPr>
                        <a:t> id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enim</a:t>
                      </a:r>
                      <a:r>
                        <a:rPr kumimoji="0" lang="es-ES" sz="1100" b="0" i="0" u="none" strike="noStrike" kern="1200" cap="none" spc="0" normalizeH="0" baseline="0" dirty="0">
                          <a:ln>
                            <a:noFill/>
                          </a:ln>
                          <a:solidFill>
                            <a:schemeClr val="tx1"/>
                          </a:solidFill>
                          <a:effectLst/>
                          <a:uFillTx/>
                          <a:latin typeface="ABC Monument Grotesk Thin"/>
                          <a:ea typeface="+mn-ea"/>
                          <a:cs typeface="+mn-cs"/>
                        </a:rPr>
                        <a:t> sed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lacus</a:t>
                      </a:r>
                      <a:r>
                        <a:rPr kumimoji="0" lang="es-ES" sz="1100" b="0" i="0" u="none" strike="noStrike" kern="1200" cap="none" spc="0" normalizeH="0" baseline="0" dirty="0">
                          <a:ln>
                            <a:noFill/>
                          </a:ln>
                          <a:solidFill>
                            <a:schemeClr val="tx1"/>
                          </a:solidFill>
                          <a:effectLst/>
                          <a:uFillTx/>
                          <a:latin typeface="ABC Monument Grotesk Thin"/>
                          <a:ea typeface="+mn-ea"/>
                          <a:cs typeface="+mn-cs"/>
                        </a:rPr>
                        <a:t> vehicula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cursus</a:t>
                      </a:r>
                      <a:r>
                        <a:rPr kumimoji="0" lang="es-ES" sz="1100" b="0" i="0" u="none" strike="noStrike" kern="1200" cap="none" spc="0" normalizeH="0" baseline="0" dirty="0">
                          <a:ln>
                            <a:noFill/>
                          </a:ln>
                          <a:solidFill>
                            <a:schemeClr val="tx1"/>
                          </a:solidFill>
                          <a:effectLst/>
                          <a:uFillTx/>
                          <a:latin typeface="ABC Monument Grotesk Thin"/>
                          <a:ea typeface="+mn-ea"/>
                          <a:cs typeface="+mn-cs"/>
                        </a:rPr>
                        <a:t> id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eget</a:t>
                      </a:r>
                      <a:r>
                        <a:rPr kumimoji="0" lang="es-ES" sz="1100" b="0" i="0" u="none" strike="noStrike" kern="1200" cap="none" spc="0" normalizeH="0" baseline="0" dirty="0">
                          <a:ln>
                            <a:noFill/>
                          </a:ln>
                          <a:solidFill>
                            <a:schemeClr val="tx1"/>
                          </a:solidFill>
                          <a:effectLst/>
                          <a:uFillTx/>
                          <a:latin typeface="ABC Monument Grotesk Thin"/>
                          <a:ea typeface="+mn-ea"/>
                          <a:cs typeface="+mn-cs"/>
                        </a:rPr>
                        <a:t> neque.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Fusce</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blandit</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eleifend</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pharetra</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Phasellus</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consectetur</a:t>
                      </a:r>
                      <a:r>
                        <a:rPr kumimoji="0" lang="es-ES" sz="1100" b="0" i="0" u="none" strike="noStrike" kern="1200" cap="none" spc="0" normalizeH="0" baseline="0" dirty="0">
                          <a:ln>
                            <a:noFill/>
                          </a:ln>
                          <a:solidFill>
                            <a:schemeClr val="tx1"/>
                          </a:solidFill>
                          <a:effectLst/>
                          <a:uFillTx/>
                          <a:latin typeface="ABC Monument Grotesk Thin"/>
                          <a:ea typeface="+mn-ea"/>
                          <a:cs typeface="+mn-cs"/>
                        </a:rPr>
                        <a:t> id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purus</a:t>
                      </a:r>
                      <a:r>
                        <a:rPr kumimoji="0" lang="es-ES" sz="1100" b="0" i="0" u="none" strike="noStrike" kern="1200" cap="none" spc="0" normalizeH="0" baseline="0" dirty="0">
                          <a:ln>
                            <a:noFill/>
                          </a:ln>
                          <a:solidFill>
                            <a:schemeClr val="tx1"/>
                          </a:solidFill>
                          <a:effectLst/>
                          <a:uFillTx/>
                          <a:latin typeface="ABC Monument Grotesk Thin"/>
                          <a:ea typeface="+mn-ea"/>
                          <a:cs typeface="+mn-cs"/>
                        </a:rPr>
                        <a:t> in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bibendum</a:t>
                      </a:r>
                      <a:r>
                        <a:rPr kumimoji="0" lang="es-ES" sz="1100" b="0" i="0" u="none" strike="noStrike" kern="1200" cap="none" spc="0" normalizeH="0" baseline="0" dirty="0">
                          <a:ln>
                            <a:noFill/>
                          </a:ln>
                          <a:solidFill>
                            <a:schemeClr val="tx1"/>
                          </a:solidFill>
                          <a:effectLst/>
                          <a:uFillTx/>
                          <a:latin typeface="ABC Monument Grotesk Thin"/>
                          <a:ea typeface="+mn-ea"/>
                          <a:cs typeface="+mn-cs"/>
                        </a:rPr>
                        <a:t>. Quisque ornare, nunc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vel</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faucibus</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fringilla</a:t>
                      </a:r>
                      <a:r>
                        <a:rPr kumimoji="0" lang="es-ES" sz="1100" b="0" i="0" u="none" strike="noStrike" kern="1200" cap="none" spc="0" normalizeH="0" baseline="0" dirty="0">
                          <a:ln>
                            <a:noFill/>
                          </a:ln>
                          <a:solidFill>
                            <a:schemeClr val="tx1"/>
                          </a:solidFill>
                          <a:effectLst/>
                          <a:uFillTx/>
                          <a:latin typeface="ABC Monument Grotesk Thin"/>
                          <a:ea typeface="+mn-ea"/>
                          <a:cs typeface="+mn-cs"/>
                        </a:rPr>
                        <a:t>, ex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sem</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convallis</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lectus</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eu</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maximus</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dui</a:t>
                      </a:r>
                      <a:r>
                        <a:rPr kumimoji="0" lang="es-ES" sz="1100" b="0" i="0" u="none" strike="noStrike" kern="1200" cap="none" spc="0" normalizeH="0" baseline="0" dirty="0">
                          <a:ln>
                            <a:noFill/>
                          </a:ln>
                          <a:solidFill>
                            <a:schemeClr val="tx1"/>
                          </a:solidFill>
                          <a:effectLst/>
                          <a:uFillTx/>
                          <a:latin typeface="ABC Monument Grotesk Thin"/>
                          <a:ea typeface="+mn-ea"/>
                          <a:cs typeface="+mn-cs"/>
                        </a:rPr>
                        <a:t> justo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eu</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lorem</a:t>
                      </a:r>
                      <a:r>
                        <a:rPr kumimoji="0" lang="es-ES" sz="1100" b="0" i="0" u="none" strike="noStrike" kern="1200" cap="none" spc="0" normalizeH="0" baseline="0" dirty="0">
                          <a:ln>
                            <a:noFill/>
                          </a:ln>
                          <a:solidFill>
                            <a:schemeClr val="tx1"/>
                          </a:solidFill>
                          <a:effectLst/>
                          <a:uFillTx/>
                          <a:latin typeface="ABC Monument Grotesk Thin"/>
                          <a:ea typeface="+mn-ea"/>
                          <a:cs typeface="+mn-cs"/>
                        </a:rPr>
                        <a:t>.</a:t>
                      </a:r>
                      <a:endParaRPr kumimoji="0" lang="es-ES" sz="1100" b="0" i="1" u="none" strike="noStrike" kern="1200" cap="none" spc="0" normalizeH="0" baseline="0" dirty="0">
                        <a:ln>
                          <a:noFill/>
                        </a:ln>
                        <a:solidFill>
                          <a:schemeClr val="tx1"/>
                        </a:solidFill>
                        <a:effectLst/>
                        <a:uFillTx/>
                        <a:latin typeface="ABC Monument Grotesk Thin"/>
                        <a:ea typeface="+mn-ea"/>
                        <a:cs typeface="+mn-cs"/>
                      </a:endParaRPr>
                    </a:p>
                    <a:p>
                      <a:pPr marL="182563" marR="0" lvl="0" indent="0" algn="just" defTabSz="1007486" rtl="0" eaLnBrk="1" fontAlgn="auto" latinLnBrk="0" hangingPunct="1">
                        <a:lnSpc>
                          <a:spcPct val="100000"/>
                        </a:lnSpc>
                        <a:spcBef>
                          <a:spcPts val="0"/>
                        </a:spcBef>
                        <a:spcAft>
                          <a:spcPts val="600"/>
                        </a:spcAft>
                        <a:buClrTx/>
                        <a:buSzTx/>
                        <a:buFontTx/>
                        <a:buNone/>
                        <a:tabLst/>
                        <a:defRPr/>
                      </a:pPr>
                      <a:endParaRPr kumimoji="0" lang="es-ES" sz="1100" b="0" i="0" u="none" strike="noStrike" kern="1200" cap="none" spc="0" normalizeH="0" baseline="0" dirty="0">
                        <a:ln>
                          <a:noFill/>
                        </a:ln>
                        <a:solidFill>
                          <a:schemeClr val="tx1"/>
                        </a:solidFill>
                        <a:effectLst/>
                        <a:uFillTx/>
                        <a:latin typeface="ABC Monument Grotesk Thin"/>
                        <a:ea typeface="+mn-ea"/>
                        <a:cs typeface="+mn-cs"/>
                      </a:endParaRPr>
                    </a:p>
                    <a:p>
                      <a:pPr marL="182563" marR="0" lvl="0" indent="0" algn="just" defTabSz="1007486" rtl="0" eaLnBrk="1" fontAlgn="auto" latinLnBrk="0" hangingPunct="1">
                        <a:lnSpc>
                          <a:spcPct val="100000"/>
                        </a:lnSpc>
                        <a:spcBef>
                          <a:spcPts val="0"/>
                        </a:spcBef>
                        <a:spcAft>
                          <a:spcPts val="600"/>
                        </a:spcAft>
                        <a:buClrTx/>
                        <a:buSzTx/>
                        <a:buFontTx/>
                        <a:buNone/>
                        <a:tabLst/>
                        <a:defRPr/>
                      </a:pPr>
                      <a:r>
                        <a:rPr kumimoji="0" lang="es-ES" sz="1100" b="0" i="0" u="none" strike="noStrike" kern="1200" cap="none" spc="0" normalizeH="0" baseline="0" dirty="0">
                          <a:ln>
                            <a:noFill/>
                          </a:ln>
                          <a:solidFill>
                            <a:schemeClr val="tx1"/>
                          </a:solidFill>
                          <a:effectLst/>
                          <a:uFillTx/>
                          <a:latin typeface="ABC Monument Grotesk Thin"/>
                          <a:ea typeface="+mn-ea"/>
                          <a:cs typeface="+mn-cs"/>
                        </a:rPr>
                        <a:t>Lorem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ipsum</a:t>
                      </a:r>
                      <a:r>
                        <a:rPr kumimoji="0" lang="es-ES" sz="1100" b="0" i="0" u="none" strike="noStrike" kern="1200" cap="none" spc="0" normalizeH="0" baseline="0" dirty="0">
                          <a:ln>
                            <a:noFill/>
                          </a:ln>
                          <a:solidFill>
                            <a:schemeClr val="tx1"/>
                          </a:solidFill>
                          <a:effectLst/>
                          <a:uFillTx/>
                          <a:latin typeface="ABC Monument Grotesk Thin"/>
                          <a:ea typeface="+mn-ea"/>
                          <a:cs typeface="+mn-cs"/>
                        </a:rPr>
                        <a:t> dolor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sit</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amet</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consectetur</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adipiscing</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elit</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Praesent</a:t>
                      </a:r>
                      <a:r>
                        <a:rPr kumimoji="0" lang="es-ES" sz="1100" b="0" i="0" u="none" strike="noStrike" kern="1200" cap="none" spc="0" normalizeH="0" baseline="0" dirty="0">
                          <a:ln>
                            <a:noFill/>
                          </a:ln>
                          <a:solidFill>
                            <a:schemeClr val="tx1"/>
                          </a:solidFill>
                          <a:effectLst/>
                          <a:uFillTx/>
                          <a:latin typeface="ABC Monument Grotesk Thin"/>
                          <a:ea typeface="+mn-ea"/>
                          <a:cs typeface="+mn-cs"/>
                        </a:rPr>
                        <a:t> id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enim</a:t>
                      </a:r>
                      <a:r>
                        <a:rPr kumimoji="0" lang="es-ES" sz="1100" b="0" i="0" u="none" strike="noStrike" kern="1200" cap="none" spc="0" normalizeH="0" baseline="0" dirty="0">
                          <a:ln>
                            <a:noFill/>
                          </a:ln>
                          <a:solidFill>
                            <a:schemeClr val="tx1"/>
                          </a:solidFill>
                          <a:effectLst/>
                          <a:uFillTx/>
                          <a:latin typeface="ABC Monument Grotesk Thin"/>
                          <a:ea typeface="+mn-ea"/>
                          <a:cs typeface="+mn-cs"/>
                        </a:rPr>
                        <a:t> sed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lacus</a:t>
                      </a:r>
                      <a:r>
                        <a:rPr kumimoji="0" lang="es-ES" sz="1100" b="0" i="0" u="none" strike="noStrike" kern="1200" cap="none" spc="0" normalizeH="0" baseline="0" dirty="0">
                          <a:ln>
                            <a:noFill/>
                          </a:ln>
                          <a:solidFill>
                            <a:schemeClr val="tx1"/>
                          </a:solidFill>
                          <a:effectLst/>
                          <a:uFillTx/>
                          <a:latin typeface="ABC Monument Grotesk Thin"/>
                          <a:ea typeface="+mn-ea"/>
                          <a:cs typeface="+mn-cs"/>
                        </a:rPr>
                        <a:t> vehicula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cursus</a:t>
                      </a:r>
                      <a:r>
                        <a:rPr kumimoji="0" lang="es-ES" sz="1100" b="0" i="0" u="none" strike="noStrike" kern="1200" cap="none" spc="0" normalizeH="0" baseline="0" dirty="0">
                          <a:ln>
                            <a:noFill/>
                          </a:ln>
                          <a:solidFill>
                            <a:schemeClr val="tx1"/>
                          </a:solidFill>
                          <a:effectLst/>
                          <a:uFillTx/>
                          <a:latin typeface="ABC Monument Grotesk Thin"/>
                          <a:ea typeface="+mn-ea"/>
                          <a:cs typeface="+mn-cs"/>
                        </a:rPr>
                        <a:t> id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eget</a:t>
                      </a:r>
                      <a:r>
                        <a:rPr kumimoji="0" lang="es-ES" sz="1100" b="0" i="0" u="none" strike="noStrike" kern="1200" cap="none" spc="0" normalizeH="0" baseline="0" dirty="0">
                          <a:ln>
                            <a:noFill/>
                          </a:ln>
                          <a:solidFill>
                            <a:schemeClr val="tx1"/>
                          </a:solidFill>
                          <a:effectLst/>
                          <a:uFillTx/>
                          <a:latin typeface="ABC Monument Grotesk Thin"/>
                          <a:ea typeface="+mn-ea"/>
                          <a:cs typeface="+mn-cs"/>
                        </a:rPr>
                        <a:t> neque.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Fusce</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blandit</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eleifend</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pharetra</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Phasellus</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consectetur</a:t>
                      </a:r>
                      <a:r>
                        <a:rPr kumimoji="0" lang="es-ES" sz="1100" b="0" i="0" u="none" strike="noStrike" kern="1200" cap="none" spc="0" normalizeH="0" baseline="0" dirty="0">
                          <a:ln>
                            <a:noFill/>
                          </a:ln>
                          <a:solidFill>
                            <a:schemeClr val="tx1"/>
                          </a:solidFill>
                          <a:effectLst/>
                          <a:uFillTx/>
                          <a:latin typeface="ABC Monument Grotesk Thin"/>
                          <a:ea typeface="+mn-ea"/>
                          <a:cs typeface="+mn-cs"/>
                        </a:rPr>
                        <a:t> id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purus</a:t>
                      </a:r>
                      <a:r>
                        <a:rPr kumimoji="0" lang="es-ES" sz="1100" b="0" i="0" u="none" strike="noStrike" kern="1200" cap="none" spc="0" normalizeH="0" baseline="0" dirty="0">
                          <a:ln>
                            <a:noFill/>
                          </a:ln>
                          <a:solidFill>
                            <a:schemeClr val="tx1"/>
                          </a:solidFill>
                          <a:effectLst/>
                          <a:uFillTx/>
                          <a:latin typeface="ABC Monument Grotesk Thin"/>
                          <a:ea typeface="+mn-ea"/>
                          <a:cs typeface="+mn-cs"/>
                        </a:rPr>
                        <a:t> in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bibendum</a:t>
                      </a:r>
                      <a:r>
                        <a:rPr kumimoji="0" lang="es-ES" sz="1100" b="0" i="0" u="none" strike="noStrike" kern="1200" cap="none" spc="0" normalizeH="0" baseline="0" dirty="0">
                          <a:ln>
                            <a:noFill/>
                          </a:ln>
                          <a:solidFill>
                            <a:schemeClr val="tx1"/>
                          </a:solidFill>
                          <a:effectLst/>
                          <a:uFillTx/>
                          <a:latin typeface="ABC Monument Grotesk Thin"/>
                          <a:ea typeface="+mn-ea"/>
                          <a:cs typeface="+mn-cs"/>
                        </a:rPr>
                        <a:t>. Quisque ornare, nunc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vel</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faucibus</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fringilla</a:t>
                      </a:r>
                      <a:r>
                        <a:rPr kumimoji="0" lang="es-ES" sz="1100" b="0" i="0" u="none" strike="noStrike" kern="1200" cap="none" spc="0" normalizeH="0" baseline="0" dirty="0">
                          <a:ln>
                            <a:noFill/>
                          </a:ln>
                          <a:solidFill>
                            <a:schemeClr val="tx1"/>
                          </a:solidFill>
                          <a:effectLst/>
                          <a:uFillTx/>
                          <a:latin typeface="ABC Monument Grotesk Thin"/>
                          <a:ea typeface="+mn-ea"/>
                          <a:cs typeface="+mn-cs"/>
                        </a:rPr>
                        <a:t>, ex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sem</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convallis</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lectus</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eu</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maximus</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dui</a:t>
                      </a:r>
                      <a:r>
                        <a:rPr kumimoji="0" lang="es-ES" sz="1100" b="0" i="0" u="none" strike="noStrike" kern="1200" cap="none" spc="0" normalizeH="0" baseline="0" dirty="0">
                          <a:ln>
                            <a:noFill/>
                          </a:ln>
                          <a:solidFill>
                            <a:schemeClr val="tx1"/>
                          </a:solidFill>
                          <a:effectLst/>
                          <a:uFillTx/>
                          <a:latin typeface="ABC Monument Grotesk Thin"/>
                          <a:ea typeface="+mn-ea"/>
                          <a:cs typeface="+mn-cs"/>
                        </a:rPr>
                        <a:t> justo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eu</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lorem</a:t>
                      </a:r>
                      <a:r>
                        <a:rPr kumimoji="0" lang="es-ES" sz="1100" b="0" i="0" u="none" strike="noStrike" kern="1200" cap="none" spc="0" normalizeH="0" baseline="0" dirty="0">
                          <a:ln>
                            <a:noFill/>
                          </a:ln>
                          <a:solidFill>
                            <a:schemeClr val="tx1"/>
                          </a:solidFill>
                          <a:effectLst/>
                          <a:uFillTx/>
                          <a:latin typeface="ABC Monument Grotesk Thin"/>
                          <a:ea typeface="+mn-ea"/>
                          <a:cs typeface="+mn-cs"/>
                        </a:rPr>
                        <a:t>.</a:t>
                      </a:r>
                    </a:p>
                  </a:txBody>
                  <a:tcPr marL="72000" marR="72000" marT="72000" marB="72000">
                    <a:lnL w="12700" cap="flat" cmpd="sng" algn="ctr">
                      <a:noFill/>
                      <a:prstDash val="solid"/>
                      <a:round/>
                      <a:headEnd type="none" w="med" len="med"/>
                      <a:tailEnd type="none" w="med" len="med"/>
                    </a:lnL>
                    <a:lnR w="6350" cap="flat" cmpd="sng" algn="ctr">
                      <a:solidFill>
                        <a:schemeClr val="bg1"/>
                      </a:solidFill>
                      <a:prstDash val="sysDashDotDot"/>
                      <a:round/>
                      <a:headEnd type="none" w="med" len="med"/>
                      <a:tailEnd type="none" w="med" len="med"/>
                    </a:lnR>
                    <a:lnT w="12700" cap="flat" cmpd="sng" algn="ctr">
                      <a:solidFill>
                        <a:srgbClr val="B4B4B4"/>
                      </a:solidFill>
                      <a:prstDash val="solid"/>
                      <a:round/>
                      <a:headEnd type="none" w="med" len="med"/>
                      <a:tailEnd type="none" w="med" len="med"/>
                    </a:lnT>
                    <a:lnB w="6350" cap="flat" cmpd="sng" algn="ctr">
                      <a:solidFill>
                        <a:srgbClr val="958473"/>
                      </a:solidFill>
                      <a:prstDash val="solid"/>
                      <a:round/>
                      <a:headEnd type="none" w="med" len="med"/>
                      <a:tailEnd type="none" w="med" len="med"/>
                    </a:lnB>
                  </a:tcPr>
                </a:tc>
                <a:tc>
                  <a:txBody>
                    <a:bodyPr/>
                    <a:lstStyle/>
                    <a:p>
                      <a:pPr marL="0" marR="0" lvl="0" indent="0" algn="l" defTabSz="1007486" rtl="0" eaLnBrk="1" fontAlgn="auto" latinLnBrk="0" hangingPunct="1">
                        <a:lnSpc>
                          <a:spcPct val="100000"/>
                        </a:lnSpc>
                        <a:spcBef>
                          <a:spcPts val="0"/>
                        </a:spcBef>
                        <a:spcAft>
                          <a:spcPts val="0"/>
                        </a:spcAft>
                        <a:buClrTx/>
                        <a:buSzTx/>
                        <a:buFontTx/>
                        <a:buNone/>
                        <a:tabLst/>
                        <a:defRPr/>
                      </a:pPr>
                      <a:r>
                        <a:rPr kumimoji="0" lang="es-ES" sz="1200" b="0" i="0" u="none" strike="noStrike" kern="1200" cap="none" spc="0" normalizeH="0" baseline="0" noProof="0" dirty="0">
                          <a:ln>
                            <a:noFill/>
                          </a:ln>
                          <a:solidFill>
                            <a:schemeClr val="tx1"/>
                          </a:solidFill>
                          <a:effectLst/>
                          <a:uFillTx/>
                          <a:latin typeface="ABC Monument Grotesk"/>
                          <a:ea typeface="+mn-ea"/>
                          <a:cs typeface="+mn-cs"/>
                          <a:sym typeface="Calibri"/>
                        </a:rPr>
                        <a:t>Recomendación 1.1</a:t>
                      </a:r>
                    </a:p>
                    <a:p>
                      <a:pPr marL="0" marR="0" lvl="0" indent="0" algn="l" defTabSz="1007486" rtl="0" eaLnBrk="1" fontAlgn="auto" latinLnBrk="0" hangingPunct="1">
                        <a:lnSpc>
                          <a:spcPct val="100000"/>
                        </a:lnSpc>
                        <a:spcBef>
                          <a:spcPts val="0"/>
                        </a:spcBef>
                        <a:spcAft>
                          <a:spcPts val="0"/>
                        </a:spcAft>
                        <a:buClrTx/>
                        <a:buSzTx/>
                        <a:buFontTx/>
                        <a:buNone/>
                        <a:tabLst/>
                        <a:defRPr/>
                      </a:pPr>
                      <a:endParaRPr kumimoji="0" lang="es-ES" sz="400" b="0" i="0" u="none" strike="noStrike" kern="1200" cap="none" spc="0" normalizeH="0" baseline="0" noProof="0" dirty="0">
                        <a:ln>
                          <a:noFill/>
                        </a:ln>
                        <a:solidFill>
                          <a:schemeClr val="tx1"/>
                        </a:solidFill>
                        <a:effectLst/>
                        <a:uFillTx/>
                        <a:latin typeface="ABC Monument Grotesk"/>
                        <a:ea typeface="+mn-ea"/>
                        <a:cs typeface="+mn-cs"/>
                        <a:sym typeface="Calibri"/>
                      </a:endParaRPr>
                    </a:p>
                    <a:p>
                      <a:pPr marL="0" marR="0" lvl="0" indent="0" algn="l" defTabSz="1007486"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Lorem </a:t>
                      </a:r>
                      <a:r>
                        <a:rPr kumimoji="0" lang="es-ES" sz="11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ipsum</a:t>
                      </a: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dolor </a:t>
                      </a:r>
                      <a:r>
                        <a:rPr kumimoji="0" lang="es-ES" sz="11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sit</a:t>
                      </a: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a:t>
                      </a:r>
                      <a:r>
                        <a:rPr kumimoji="0" lang="es-ES" sz="11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amet</a:t>
                      </a: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a:t>
                      </a:r>
                      <a:r>
                        <a:rPr kumimoji="0" lang="es-ES" sz="11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consectetur</a:t>
                      </a: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a:t>
                      </a:r>
                      <a:r>
                        <a:rPr kumimoji="0" lang="es-ES" sz="11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adipiscing</a:t>
                      </a: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a:t>
                      </a:r>
                      <a:r>
                        <a:rPr kumimoji="0" lang="es-ES" sz="11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elit</a:t>
                      </a: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a:t>
                      </a:r>
                      <a:r>
                        <a:rPr kumimoji="0" lang="es-ES" sz="11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Praesent</a:t>
                      </a: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id </a:t>
                      </a:r>
                      <a:r>
                        <a:rPr kumimoji="0" lang="es-ES" sz="11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enim</a:t>
                      </a: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sed </a:t>
                      </a:r>
                      <a:r>
                        <a:rPr kumimoji="0" lang="es-ES" sz="11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lacus</a:t>
                      </a: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vehicula </a:t>
                      </a:r>
                      <a:r>
                        <a:rPr kumimoji="0" lang="es-ES" sz="11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cursus</a:t>
                      </a: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id </a:t>
                      </a:r>
                      <a:r>
                        <a:rPr kumimoji="0" lang="es-ES" sz="11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eget</a:t>
                      </a: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neque. </a:t>
                      </a:r>
                      <a:r>
                        <a:rPr kumimoji="0" lang="es-ES" sz="11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Fusce</a:t>
                      </a: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a:t>
                      </a:r>
                      <a:r>
                        <a:rPr kumimoji="0" lang="es-ES" sz="11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blandit</a:t>
                      </a: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a:t>
                      </a:r>
                      <a:r>
                        <a:rPr kumimoji="0" lang="es-ES" sz="11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eleifend</a:t>
                      </a: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a:t>
                      </a:r>
                      <a:r>
                        <a:rPr kumimoji="0" lang="es-ES" sz="11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pharetra</a:t>
                      </a: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a:t>
                      </a:r>
                      <a:r>
                        <a:rPr kumimoji="0" lang="es-ES" sz="11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Phasellus</a:t>
                      </a: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a:t>
                      </a:r>
                      <a:r>
                        <a:rPr kumimoji="0" lang="es-ES" sz="11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consectetur</a:t>
                      </a: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id </a:t>
                      </a:r>
                      <a:r>
                        <a:rPr kumimoji="0" lang="es-ES" sz="11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purus</a:t>
                      </a: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in </a:t>
                      </a:r>
                      <a:r>
                        <a:rPr kumimoji="0" lang="es-ES" sz="11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bibendum</a:t>
                      </a: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a:t>
                      </a:r>
                    </a:p>
                    <a:p>
                      <a:pPr marL="0" marR="0" lvl="0" indent="0" algn="l" defTabSz="1007486" rtl="0" eaLnBrk="1" fontAlgn="auto" latinLnBrk="0" hangingPunct="1">
                        <a:lnSpc>
                          <a:spcPct val="100000"/>
                        </a:lnSpc>
                        <a:spcBef>
                          <a:spcPts val="0"/>
                        </a:spcBef>
                        <a:spcAft>
                          <a:spcPts val="0"/>
                        </a:spcAft>
                        <a:buClrTx/>
                        <a:buSzTx/>
                        <a:buFontTx/>
                        <a:buNone/>
                        <a:tabLst/>
                        <a:defRPr/>
                      </a:pPr>
                      <a:endPar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endParaRPr>
                    </a:p>
                    <a:p>
                      <a:pPr marL="0" marR="0" lvl="0" indent="0" algn="l" defTabSz="1007486" rtl="0" eaLnBrk="1" fontAlgn="auto" latinLnBrk="0" hangingPunct="1">
                        <a:lnSpc>
                          <a:spcPct val="100000"/>
                        </a:lnSpc>
                        <a:spcBef>
                          <a:spcPts val="0"/>
                        </a:spcBef>
                        <a:spcAft>
                          <a:spcPts val="0"/>
                        </a:spcAft>
                        <a:buClrTx/>
                        <a:buSzTx/>
                        <a:buFontTx/>
                        <a:buNone/>
                        <a:tabLst/>
                        <a:defRPr/>
                      </a:pPr>
                      <a:endParaRPr kumimoji="0" lang="es-ES" sz="1200" b="0" i="0" u="none" strike="noStrike" kern="1200" cap="none" spc="0" normalizeH="0" baseline="0" noProof="0" dirty="0">
                        <a:ln>
                          <a:noFill/>
                        </a:ln>
                        <a:solidFill>
                          <a:schemeClr val="tx1"/>
                        </a:solidFill>
                        <a:effectLst/>
                        <a:uFillTx/>
                        <a:latin typeface="ABC Monument Grotesk"/>
                        <a:ea typeface="+mn-ea"/>
                        <a:cs typeface="+mn-cs"/>
                        <a:sym typeface="Calibri"/>
                      </a:endParaRPr>
                    </a:p>
                    <a:p>
                      <a:pPr marL="0" marR="0" lvl="0" indent="0" algn="l" defTabSz="1007486" rtl="0" eaLnBrk="1" fontAlgn="auto" latinLnBrk="0" hangingPunct="1">
                        <a:lnSpc>
                          <a:spcPct val="100000"/>
                        </a:lnSpc>
                        <a:spcBef>
                          <a:spcPts val="0"/>
                        </a:spcBef>
                        <a:spcAft>
                          <a:spcPts val="0"/>
                        </a:spcAft>
                        <a:buClrTx/>
                        <a:buSzTx/>
                        <a:buFontTx/>
                        <a:buNone/>
                        <a:tabLst/>
                        <a:defRPr/>
                      </a:pPr>
                      <a:r>
                        <a:rPr kumimoji="0" lang="es-ES" sz="1200" b="0" i="0" u="none" strike="noStrike" kern="1200" cap="none" spc="0" normalizeH="0" baseline="0" noProof="0" dirty="0">
                          <a:ln>
                            <a:noFill/>
                          </a:ln>
                          <a:solidFill>
                            <a:schemeClr val="tx1"/>
                          </a:solidFill>
                          <a:effectLst/>
                          <a:uFillTx/>
                          <a:latin typeface="ABC Monument Grotesk"/>
                          <a:ea typeface="+mn-ea"/>
                          <a:cs typeface="+mn-cs"/>
                          <a:sym typeface="Calibri"/>
                        </a:rPr>
                        <a:t>Recomendación 1.2</a:t>
                      </a:r>
                    </a:p>
                    <a:p>
                      <a:pPr marL="0" marR="0" lvl="0" indent="0" algn="l" defTabSz="1007486" rtl="0" eaLnBrk="1" fontAlgn="auto" latinLnBrk="0" hangingPunct="1">
                        <a:lnSpc>
                          <a:spcPct val="100000"/>
                        </a:lnSpc>
                        <a:spcBef>
                          <a:spcPts val="0"/>
                        </a:spcBef>
                        <a:spcAft>
                          <a:spcPts val="0"/>
                        </a:spcAft>
                        <a:buClrTx/>
                        <a:buSzTx/>
                        <a:buFontTx/>
                        <a:buNone/>
                        <a:tabLst/>
                        <a:defRPr/>
                      </a:pPr>
                      <a:endParaRPr kumimoji="0" lang="es-ES" sz="6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endParaRPr>
                    </a:p>
                    <a:p>
                      <a:pPr marL="0" marR="0" lvl="0" indent="0" algn="l" defTabSz="1007486"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Lorem </a:t>
                      </a:r>
                      <a:r>
                        <a:rPr kumimoji="0" lang="es-ES" sz="11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ipsum</a:t>
                      </a: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dolor </a:t>
                      </a:r>
                      <a:r>
                        <a:rPr kumimoji="0" lang="es-ES" sz="11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sit</a:t>
                      </a: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a:t>
                      </a:r>
                      <a:r>
                        <a:rPr kumimoji="0" lang="es-ES" sz="11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amet</a:t>
                      </a: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a:t>
                      </a:r>
                      <a:r>
                        <a:rPr kumimoji="0" lang="es-ES" sz="11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consectetur</a:t>
                      </a: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a:t>
                      </a:r>
                      <a:r>
                        <a:rPr kumimoji="0" lang="es-ES" sz="11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adipiscing</a:t>
                      </a: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a:t>
                      </a:r>
                      <a:r>
                        <a:rPr kumimoji="0" lang="es-ES" sz="11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elit</a:t>
                      </a: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a:t>
                      </a:r>
                      <a:r>
                        <a:rPr kumimoji="0" lang="es-ES" sz="11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Praesent</a:t>
                      </a: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id </a:t>
                      </a:r>
                      <a:r>
                        <a:rPr kumimoji="0" lang="es-ES" sz="11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enim</a:t>
                      </a: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sed </a:t>
                      </a:r>
                      <a:r>
                        <a:rPr kumimoji="0" lang="es-ES" sz="11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lacus</a:t>
                      </a: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vehicula </a:t>
                      </a:r>
                      <a:r>
                        <a:rPr kumimoji="0" lang="es-ES" sz="11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cursus</a:t>
                      </a: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id </a:t>
                      </a:r>
                      <a:r>
                        <a:rPr kumimoji="0" lang="es-ES" sz="11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eget</a:t>
                      </a: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neque. </a:t>
                      </a:r>
                      <a:r>
                        <a:rPr kumimoji="0" lang="es-ES" sz="11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Fusce</a:t>
                      </a: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a:t>
                      </a:r>
                      <a:r>
                        <a:rPr kumimoji="0" lang="es-ES" sz="11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blandit</a:t>
                      </a: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a:t>
                      </a:r>
                      <a:r>
                        <a:rPr kumimoji="0" lang="es-ES" sz="11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eleifend</a:t>
                      </a: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a:t>
                      </a:r>
                      <a:r>
                        <a:rPr kumimoji="0" lang="es-ES" sz="11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pharetra</a:t>
                      </a: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a:t>
                      </a:r>
                    </a:p>
                    <a:p>
                      <a:pPr marL="0" marR="0" lvl="0" indent="0" algn="l" defTabSz="1007486" rtl="0" eaLnBrk="1" fontAlgn="auto" latinLnBrk="0" hangingPunct="1">
                        <a:lnSpc>
                          <a:spcPct val="100000"/>
                        </a:lnSpc>
                        <a:spcBef>
                          <a:spcPts val="0"/>
                        </a:spcBef>
                        <a:spcAft>
                          <a:spcPts val="0"/>
                        </a:spcAft>
                        <a:buClrTx/>
                        <a:buSzTx/>
                        <a:buFontTx/>
                        <a:buNone/>
                        <a:tabLst/>
                        <a:defRPr/>
                      </a:pPr>
                      <a:endPar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endParaRPr>
                    </a:p>
                    <a:p>
                      <a:pPr marL="0" marR="0" lvl="0" indent="0" algn="l" defTabSz="1007486" rtl="0" eaLnBrk="1" fontAlgn="auto" latinLnBrk="0" hangingPunct="1">
                        <a:lnSpc>
                          <a:spcPct val="100000"/>
                        </a:lnSpc>
                        <a:spcBef>
                          <a:spcPts val="0"/>
                        </a:spcBef>
                        <a:spcAft>
                          <a:spcPts val="0"/>
                        </a:spcAft>
                        <a:buClrTx/>
                        <a:buSzTx/>
                        <a:buFontTx/>
                        <a:buNone/>
                        <a:tabLst/>
                        <a:defRPr/>
                      </a:pPr>
                      <a:r>
                        <a:rPr kumimoji="0" lang="es-ES" sz="1200" b="0" i="0" u="none" strike="noStrike" kern="1200" cap="none" spc="0" normalizeH="0" baseline="0" noProof="0" dirty="0">
                          <a:ln>
                            <a:noFill/>
                          </a:ln>
                          <a:solidFill>
                            <a:schemeClr val="tx1"/>
                          </a:solidFill>
                          <a:effectLst/>
                          <a:uFillTx/>
                          <a:latin typeface="ABC Monument Grotesk"/>
                          <a:ea typeface="+mn-ea"/>
                          <a:cs typeface="+mn-cs"/>
                          <a:sym typeface="Calibri"/>
                        </a:rPr>
                        <a:t>Recomendación 1.3</a:t>
                      </a:r>
                    </a:p>
                    <a:p>
                      <a:pPr marL="0" marR="0" lvl="0" indent="0" algn="l" defTabSz="1007486" rtl="0" eaLnBrk="1" fontAlgn="auto" latinLnBrk="0" hangingPunct="1">
                        <a:lnSpc>
                          <a:spcPct val="100000"/>
                        </a:lnSpc>
                        <a:spcBef>
                          <a:spcPts val="0"/>
                        </a:spcBef>
                        <a:spcAft>
                          <a:spcPts val="0"/>
                        </a:spcAft>
                        <a:buClrTx/>
                        <a:buSzTx/>
                        <a:buFontTx/>
                        <a:buNone/>
                        <a:tabLst/>
                        <a:defRPr/>
                      </a:pPr>
                      <a:endParaRPr kumimoji="0" lang="es-ES" sz="500" b="0" i="0" u="none" strike="noStrike" kern="1200" cap="none" spc="0" normalizeH="0" baseline="0" noProof="0" dirty="0">
                        <a:ln>
                          <a:noFill/>
                        </a:ln>
                        <a:solidFill>
                          <a:schemeClr val="tx1"/>
                        </a:solidFill>
                        <a:effectLst/>
                        <a:highlight>
                          <a:srgbClr val="FFFF00"/>
                        </a:highlight>
                        <a:uFillTx/>
                        <a:latin typeface="ABC Monument Grotesk"/>
                        <a:ea typeface="+mn-ea"/>
                        <a:cs typeface="+mn-cs"/>
                        <a:sym typeface="Calibri"/>
                      </a:endParaRPr>
                    </a:p>
                    <a:p>
                      <a:pPr marL="0" marR="0" lvl="0" indent="0" algn="l" defTabSz="1007486"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Lorem </a:t>
                      </a:r>
                      <a:r>
                        <a:rPr kumimoji="0" lang="es-ES" sz="11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ipsum</a:t>
                      </a: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dolor </a:t>
                      </a:r>
                      <a:r>
                        <a:rPr kumimoji="0" lang="es-ES" sz="11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sit</a:t>
                      </a: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a:t>
                      </a:r>
                      <a:r>
                        <a:rPr kumimoji="0" lang="es-ES" sz="11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amet</a:t>
                      </a: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a:t>
                      </a:r>
                      <a:r>
                        <a:rPr kumimoji="0" lang="es-ES" sz="11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consectetur</a:t>
                      </a: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a:t>
                      </a:r>
                      <a:r>
                        <a:rPr kumimoji="0" lang="es-ES" sz="11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adipiscing</a:t>
                      </a: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a:t>
                      </a:r>
                      <a:r>
                        <a:rPr kumimoji="0" lang="es-ES" sz="11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elit</a:t>
                      </a: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a:t>
                      </a:r>
                      <a:r>
                        <a:rPr kumimoji="0" lang="es-ES" sz="11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Praesent</a:t>
                      </a: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id </a:t>
                      </a:r>
                      <a:r>
                        <a:rPr kumimoji="0" lang="es-ES" sz="11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enim</a:t>
                      </a: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sed </a:t>
                      </a:r>
                      <a:r>
                        <a:rPr kumimoji="0" lang="es-ES" sz="11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lacus</a:t>
                      </a: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vehicula </a:t>
                      </a:r>
                      <a:r>
                        <a:rPr kumimoji="0" lang="es-ES" sz="11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cursus</a:t>
                      </a: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id </a:t>
                      </a:r>
                      <a:r>
                        <a:rPr kumimoji="0" lang="es-ES" sz="11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eget</a:t>
                      </a: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neque. </a:t>
                      </a:r>
                      <a:r>
                        <a:rPr kumimoji="0" lang="es-ES" sz="11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Fusce</a:t>
                      </a: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a:t>
                      </a:r>
                      <a:r>
                        <a:rPr kumimoji="0" lang="es-ES" sz="11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blandit</a:t>
                      </a: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a:t>
                      </a:r>
                      <a:r>
                        <a:rPr kumimoji="0" lang="es-ES" sz="11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eleifend</a:t>
                      </a: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a:t>
                      </a:r>
                      <a:r>
                        <a:rPr kumimoji="0" lang="es-ES" sz="11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pharetra</a:t>
                      </a:r>
                      <a:endParaRPr kumimoji="0" lang="es-ES" sz="1200" b="0" i="0" u="none" strike="noStrike" kern="1200" cap="none" spc="0" normalizeH="0" baseline="0" noProof="0" dirty="0">
                        <a:ln>
                          <a:noFill/>
                        </a:ln>
                        <a:solidFill>
                          <a:schemeClr val="tx1"/>
                        </a:solidFill>
                        <a:effectLst/>
                        <a:uFillTx/>
                        <a:latin typeface="ABC Monument Grotesk"/>
                        <a:ea typeface="+mn-ea"/>
                        <a:cs typeface="+mn-cs"/>
                        <a:sym typeface="Calibri"/>
                      </a:endParaRPr>
                    </a:p>
                    <a:p>
                      <a:pPr marL="0" marR="0" lvl="0" indent="0" algn="l" defTabSz="1007486" rtl="0" eaLnBrk="1" fontAlgn="auto" latinLnBrk="0" hangingPunct="1">
                        <a:lnSpc>
                          <a:spcPct val="100000"/>
                        </a:lnSpc>
                        <a:spcBef>
                          <a:spcPts val="0"/>
                        </a:spcBef>
                        <a:spcAft>
                          <a:spcPts val="0"/>
                        </a:spcAft>
                        <a:buClrTx/>
                        <a:buSzTx/>
                        <a:buFontTx/>
                        <a:buNone/>
                        <a:tabLst/>
                        <a:defRPr/>
                      </a:pPr>
                      <a:endParaRPr kumimoji="0" lang="es-ES" sz="1200" b="0" i="0" u="none" strike="noStrike" kern="1200" cap="none" spc="0" normalizeH="0" baseline="0" noProof="0" dirty="0">
                        <a:ln>
                          <a:noFill/>
                        </a:ln>
                        <a:solidFill>
                          <a:schemeClr val="tx1"/>
                        </a:solidFill>
                        <a:effectLst/>
                        <a:uFillTx/>
                        <a:latin typeface="ABC Monument Grotesk"/>
                        <a:ea typeface="+mn-ea"/>
                        <a:cs typeface="+mn-cs"/>
                        <a:sym typeface="Calibri"/>
                      </a:endParaRPr>
                    </a:p>
                    <a:p>
                      <a:pPr marL="0" marR="0" lvl="0" indent="0" algn="l" defTabSz="1007486" rtl="0" eaLnBrk="1" fontAlgn="auto" latinLnBrk="0" hangingPunct="1">
                        <a:lnSpc>
                          <a:spcPct val="100000"/>
                        </a:lnSpc>
                        <a:spcBef>
                          <a:spcPts val="0"/>
                        </a:spcBef>
                        <a:spcAft>
                          <a:spcPts val="0"/>
                        </a:spcAft>
                        <a:buClrTx/>
                        <a:buSzTx/>
                        <a:buFontTx/>
                        <a:buNone/>
                        <a:tabLst/>
                        <a:defRPr/>
                      </a:pPr>
                      <a:endPar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endParaRPr>
                    </a:p>
                  </a:txBody>
                  <a:tcPr marL="108000" marR="72000" marT="108000" marB="72000">
                    <a:lnL w="6350" cap="flat" cmpd="sng" algn="ctr">
                      <a:solidFill>
                        <a:schemeClr val="bg1"/>
                      </a:solidFill>
                      <a:prstDash val="sysDashDotDot"/>
                      <a:round/>
                      <a:headEnd type="none" w="med" len="med"/>
                      <a:tailEnd type="none" w="med" len="med"/>
                    </a:lnL>
                    <a:lnR w="6350" cap="flat" cmpd="sng" algn="ctr">
                      <a:solidFill>
                        <a:schemeClr val="bg1"/>
                      </a:solidFill>
                      <a:prstDash val="sysDashDotDot"/>
                      <a:round/>
                      <a:headEnd type="none" w="med" len="med"/>
                      <a:tailEnd type="none" w="med" len="med"/>
                    </a:lnR>
                    <a:lnT w="6350" cap="flat" cmpd="sng" algn="ctr">
                      <a:solidFill>
                        <a:srgbClr val="958473"/>
                      </a:solidFill>
                      <a:prstDash val="solid"/>
                      <a:round/>
                      <a:headEnd type="none" w="med" len="med"/>
                      <a:tailEnd type="none" w="med" len="med"/>
                    </a:lnT>
                    <a:lnB w="6350" cap="flat" cmpd="sng" algn="ctr">
                      <a:solidFill>
                        <a:srgbClr val="958473"/>
                      </a:solidFill>
                      <a:prstDash val="solid"/>
                      <a:round/>
                      <a:headEnd type="none" w="med" len="med"/>
                      <a:tailEnd type="none" w="med" len="med"/>
                    </a:lnB>
                  </a:tcPr>
                </a:tc>
                <a:tc>
                  <a:txBody>
                    <a:bodyPr/>
                    <a:lstStyle/>
                    <a:p>
                      <a:pPr marL="0" marR="0" lvl="0" indent="0" algn="l" defTabSz="1007486"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schemeClr val="tx1"/>
                          </a:solidFill>
                          <a:effectLst/>
                          <a:uFillTx/>
                          <a:latin typeface="ABC Monument Grotesk"/>
                          <a:ea typeface="+mn-ea"/>
                          <a:cs typeface="+mn-cs"/>
                          <a:sym typeface="Calibri"/>
                        </a:rPr>
                        <a:t>Área</a:t>
                      </a:r>
                    </a:p>
                    <a:p>
                      <a:pPr marL="0" marR="0" lvl="0" indent="0" algn="l" defTabSz="1007486"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schemeClr val="tx1"/>
                          </a:solidFill>
                          <a:effectLst/>
                          <a:uFillTx/>
                          <a:latin typeface="ABC Monument Grotesk Thin"/>
                          <a:ea typeface="+mn-ea"/>
                          <a:cs typeface="+mn-cs"/>
                          <a:sym typeface="Calibri"/>
                        </a:rPr>
                        <a:t>Admon. Corporativa (GPO)</a:t>
                      </a:r>
                    </a:p>
                    <a:p>
                      <a:pPr marL="0" marR="0" lvl="0" indent="0" algn="l" defTabSz="1007486" rtl="0" eaLnBrk="1" fontAlgn="auto" latinLnBrk="0" hangingPunct="1">
                        <a:lnSpc>
                          <a:spcPct val="100000"/>
                        </a:lnSpc>
                        <a:spcBef>
                          <a:spcPts val="0"/>
                        </a:spcBef>
                        <a:spcAft>
                          <a:spcPts val="0"/>
                        </a:spcAft>
                        <a:buClrTx/>
                        <a:buSzTx/>
                        <a:buFontTx/>
                        <a:buNone/>
                        <a:tabLst/>
                        <a:defRPr/>
                      </a:pPr>
                      <a:endParaRPr kumimoji="0" lang="es-ES" sz="1100" b="0" i="0" u="none" strike="noStrike" kern="1200" cap="none" spc="0" normalizeH="0" baseline="0" noProof="0" dirty="0">
                        <a:ln>
                          <a:noFill/>
                        </a:ln>
                        <a:solidFill>
                          <a:schemeClr val="tx1"/>
                        </a:solidFill>
                        <a:effectLst/>
                        <a:uFillTx/>
                        <a:latin typeface="ABC Monument Grotesk"/>
                        <a:ea typeface="+mn-ea"/>
                        <a:cs typeface="+mn-cs"/>
                        <a:sym typeface="Calibri"/>
                      </a:endParaRPr>
                    </a:p>
                    <a:p>
                      <a:pPr marL="0" marR="0" lvl="0" indent="0" algn="l" defTabSz="1007486"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schemeClr val="tx1"/>
                          </a:solidFill>
                          <a:effectLst/>
                          <a:uFillTx/>
                          <a:latin typeface="ABC Monument Grotesk"/>
                          <a:ea typeface="+mn-ea"/>
                          <a:cs typeface="+mn-cs"/>
                          <a:sym typeface="Calibri"/>
                        </a:rPr>
                        <a:t>Responsable</a:t>
                      </a:r>
                    </a:p>
                    <a:p>
                      <a:pPr marL="0" marR="0" lvl="0" indent="0" algn="l" defTabSz="1007486"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Lorem </a:t>
                      </a:r>
                      <a:r>
                        <a:rPr kumimoji="0" lang="es-ES" sz="11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ipsum</a:t>
                      </a: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a:t>
                      </a:r>
                      <a:r>
                        <a:rPr kumimoji="0" lang="es-ES" sz="1100" b="0" i="0" u="none" strike="noStrike" kern="1200" cap="none" spc="0" normalizeH="0" baseline="0" noProof="0" dirty="0">
                          <a:ln>
                            <a:noFill/>
                          </a:ln>
                          <a:solidFill>
                            <a:schemeClr val="tx1"/>
                          </a:solidFill>
                          <a:effectLst/>
                          <a:uFillTx/>
                          <a:latin typeface="ABC Monument Grotesk Thin"/>
                          <a:ea typeface="+mn-ea"/>
                          <a:cs typeface="+mn-cs"/>
                          <a:sym typeface="Calibri"/>
                        </a:rPr>
                        <a:t>​</a:t>
                      </a:r>
                      <a:endParaRPr kumimoji="0" lang="es-ES" sz="800" b="0" i="0" u="none" strike="noStrike" kern="1200" cap="none" spc="0" normalizeH="0" baseline="0" noProof="0" dirty="0">
                        <a:ln>
                          <a:noFill/>
                        </a:ln>
                        <a:solidFill>
                          <a:schemeClr val="tx1"/>
                        </a:solidFill>
                        <a:effectLst/>
                        <a:uFillTx/>
                        <a:latin typeface="ABC Monument Grotesk"/>
                        <a:ea typeface="+mn-ea"/>
                        <a:cs typeface="+mn-cs"/>
                        <a:sym typeface="Calibri"/>
                      </a:endParaRPr>
                    </a:p>
                    <a:p>
                      <a:pPr marL="0" marR="0" lvl="0" indent="0" algn="l" defTabSz="1007486" rtl="0" eaLnBrk="1" fontAlgn="auto" latinLnBrk="0" hangingPunct="1">
                        <a:lnSpc>
                          <a:spcPct val="100000"/>
                        </a:lnSpc>
                        <a:spcBef>
                          <a:spcPts val="0"/>
                        </a:spcBef>
                        <a:spcAft>
                          <a:spcPts val="0"/>
                        </a:spcAft>
                        <a:buClrTx/>
                        <a:buSzTx/>
                        <a:buFontTx/>
                        <a:buNone/>
                        <a:tabLst/>
                        <a:defRPr/>
                      </a:pPr>
                      <a:endParaRPr kumimoji="0" lang="es-ES" sz="1100" b="0" i="0" u="none" strike="noStrike" kern="1200" cap="none" spc="0" normalizeH="0" baseline="0" noProof="0" dirty="0">
                        <a:ln>
                          <a:noFill/>
                        </a:ln>
                        <a:solidFill>
                          <a:schemeClr val="tx1"/>
                        </a:solidFill>
                        <a:effectLst/>
                        <a:uFillTx/>
                        <a:latin typeface="ABC Monument Grotesk"/>
                        <a:ea typeface="+mn-ea"/>
                        <a:cs typeface="+mn-cs"/>
                        <a:sym typeface="Calibri"/>
                      </a:endParaRPr>
                    </a:p>
                    <a:p>
                      <a:pPr marL="0" marR="0" lvl="0" indent="0" algn="l" defTabSz="1007486"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schemeClr val="tx1"/>
                          </a:solidFill>
                          <a:effectLst/>
                          <a:uFillTx/>
                          <a:latin typeface="ABC Monument Grotesk"/>
                          <a:ea typeface="+mn-ea"/>
                          <a:cs typeface="+mn-cs"/>
                          <a:sym typeface="Calibri"/>
                        </a:rPr>
                        <a:t>Plazo</a:t>
                      </a:r>
                    </a:p>
                    <a:p>
                      <a:pPr marL="0" marR="0" lvl="0" indent="0" algn="l" defTabSz="1007486"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schemeClr val="tx1"/>
                          </a:solidFill>
                          <a:effectLst/>
                          <a:uFillTx/>
                          <a:latin typeface="ABC Monument Grotesk Thin"/>
                          <a:ea typeface="+mn-ea"/>
                          <a:cs typeface="+mn-cs"/>
                          <a:sym typeface="Calibri"/>
                        </a:rPr>
                        <a:t>31/12/2026</a:t>
                      </a:r>
                    </a:p>
                    <a:p>
                      <a:pPr marL="0" marR="0" lvl="0" indent="0" algn="l" defTabSz="1007486" rtl="0" eaLnBrk="1" fontAlgn="auto" latinLnBrk="0" hangingPunct="1">
                        <a:lnSpc>
                          <a:spcPct val="100000"/>
                        </a:lnSpc>
                        <a:spcBef>
                          <a:spcPts val="0"/>
                        </a:spcBef>
                        <a:spcAft>
                          <a:spcPts val="0"/>
                        </a:spcAft>
                        <a:buClrTx/>
                        <a:buSzTx/>
                        <a:buFontTx/>
                        <a:buNone/>
                        <a:tabLst/>
                        <a:defRPr/>
                      </a:pPr>
                      <a:endParaRPr kumimoji="0" lang="es-ES" sz="1100" b="0" i="0" u="none" strike="noStrike" kern="1200" cap="none" spc="0" normalizeH="0" baseline="0" noProof="0" dirty="0">
                        <a:ln>
                          <a:noFill/>
                        </a:ln>
                        <a:solidFill>
                          <a:schemeClr val="tx1"/>
                        </a:solidFill>
                        <a:effectLst/>
                        <a:uFillTx/>
                        <a:latin typeface="ABC Monument Grotesk Thin"/>
                        <a:ea typeface="+mn-ea"/>
                        <a:cs typeface="+mn-cs"/>
                        <a:sym typeface="Calibri"/>
                      </a:endParaRPr>
                    </a:p>
                    <a:p>
                      <a:pPr marL="0" marR="0" lvl="0" indent="0" algn="l" defTabSz="1007486" rtl="0" eaLnBrk="1" fontAlgn="auto" latinLnBrk="0" hangingPunct="1">
                        <a:lnSpc>
                          <a:spcPct val="100000"/>
                        </a:lnSpc>
                        <a:spcBef>
                          <a:spcPts val="0"/>
                        </a:spcBef>
                        <a:spcAft>
                          <a:spcPts val="0"/>
                        </a:spcAft>
                        <a:buClrTx/>
                        <a:buSzTx/>
                        <a:buFontTx/>
                        <a:buNone/>
                        <a:tabLst/>
                        <a:defRPr/>
                      </a:pPr>
                      <a:endParaRPr kumimoji="0" lang="es-ES" sz="600" b="0" i="0" u="none" strike="noStrike" kern="1200" cap="none" spc="0" normalizeH="0" baseline="0" noProof="0" dirty="0">
                        <a:ln>
                          <a:noFill/>
                        </a:ln>
                        <a:solidFill>
                          <a:schemeClr val="tx1"/>
                        </a:solidFill>
                        <a:effectLst/>
                        <a:uFillTx/>
                        <a:latin typeface="ABC Monument Grotesk"/>
                        <a:ea typeface="+mn-ea"/>
                        <a:cs typeface="+mn-cs"/>
                        <a:sym typeface="Calibri"/>
                      </a:endParaRPr>
                    </a:p>
                    <a:p>
                      <a:pPr marL="0" marR="0" lvl="0" indent="0" algn="l" defTabSz="1007486"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schemeClr val="tx1"/>
                          </a:solidFill>
                          <a:effectLst/>
                          <a:uFillTx/>
                          <a:latin typeface="ABC Monument Grotesk"/>
                          <a:ea typeface="+mn-ea"/>
                          <a:cs typeface="+mn-cs"/>
                          <a:sym typeface="Calibri"/>
                        </a:rPr>
                        <a:t>Área</a:t>
                      </a:r>
                      <a:endParaRPr kumimoji="0" lang="es-ES" sz="600" b="0" i="0" u="none" strike="noStrike" kern="1200" cap="none" spc="0" normalizeH="0" baseline="0" noProof="0" dirty="0">
                        <a:ln>
                          <a:noFill/>
                        </a:ln>
                        <a:solidFill>
                          <a:schemeClr val="tx1"/>
                        </a:solidFill>
                        <a:effectLst/>
                        <a:uFillTx/>
                        <a:latin typeface="ABC Monument Grotesk Thin"/>
                        <a:ea typeface="+mn-ea"/>
                        <a:cs typeface="+mn-cs"/>
                        <a:sym typeface="Calibri"/>
                      </a:endParaRPr>
                    </a:p>
                    <a:p>
                      <a:pPr marL="0" marR="0" lvl="0" indent="0" algn="l" defTabSz="1007486"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Lorem </a:t>
                      </a:r>
                      <a:r>
                        <a:rPr kumimoji="0" lang="es-ES" sz="11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ipsum</a:t>
                      </a: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a:t>
                      </a:r>
                    </a:p>
                    <a:p>
                      <a:pPr marL="0" marR="0" lvl="0" indent="0" algn="l" defTabSz="1007486" rtl="0" eaLnBrk="1" fontAlgn="auto" latinLnBrk="0" hangingPunct="1">
                        <a:lnSpc>
                          <a:spcPct val="100000"/>
                        </a:lnSpc>
                        <a:spcBef>
                          <a:spcPts val="0"/>
                        </a:spcBef>
                        <a:spcAft>
                          <a:spcPts val="0"/>
                        </a:spcAft>
                        <a:buClrTx/>
                        <a:buSzTx/>
                        <a:buFontTx/>
                        <a:buNone/>
                        <a:tabLst/>
                        <a:defRPr/>
                      </a:pPr>
                      <a:endParaRPr kumimoji="0" lang="es-ES" sz="800" b="0" i="0" u="none" strike="noStrike" kern="1200" cap="none" spc="0" normalizeH="0" baseline="0" noProof="0" dirty="0">
                        <a:ln>
                          <a:noFill/>
                        </a:ln>
                        <a:solidFill>
                          <a:schemeClr val="tx1"/>
                        </a:solidFill>
                        <a:effectLst/>
                        <a:uFillTx/>
                        <a:latin typeface="ABC Monument Grotesk"/>
                        <a:ea typeface="+mn-ea"/>
                        <a:cs typeface="+mn-cs"/>
                        <a:sym typeface="Calibri"/>
                      </a:endParaRPr>
                    </a:p>
                    <a:p>
                      <a:pPr marL="0" marR="0" lvl="0" indent="0" algn="l" defTabSz="1007486"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schemeClr val="tx1"/>
                          </a:solidFill>
                          <a:effectLst/>
                          <a:uFillTx/>
                          <a:latin typeface="ABC Monument Grotesk"/>
                          <a:ea typeface="+mn-ea"/>
                          <a:cs typeface="+mn-cs"/>
                          <a:sym typeface="Calibri"/>
                        </a:rPr>
                        <a:t>Responsable</a:t>
                      </a:r>
                    </a:p>
                    <a:p>
                      <a:pPr marL="0" marR="0" lvl="0" indent="0" algn="l" defTabSz="1007486"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Lorem </a:t>
                      </a:r>
                      <a:r>
                        <a:rPr kumimoji="0" lang="es-ES" sz="11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ipsum</a:t>
                      </a: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a:t>
                      </a:r>
                      <a:endParaRPr kumimoji="0" lang="es-ES" sz="800" b="0" i="0" u="none" strike="noStrike" kern="1200" cap="none" spc="0" normalizeH="0" baseline="0" noProof="0" dirty="0">
                        <a:ln>
                          <a:noFill/>
                        </a:ln>
                        <a:solidFill>
                          <a:schemeClr val="tx1"/>
                        </a:solidFill>
                        <a:effectLst/>
                        <a:uFillTx/>
                        <a:latin typeface="ABC Monument Grotesk"/>
                        <a:ea typeface="+mn-ea"/>
                        <a:cs typeface="+mn-cs"/>
                        <a:sym typeface="Calibri"/>
                      </a:endParaRPr>
                    </a:p>
                    <a:p>
                      <a:pPr marL="0" marR="0" lvl="0" indent="0" algn="l" defTabSz="1007486"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schemeClr val="tx1"/>
                          </a:solidFill>
                          <a:effectLst/>
                          <a:uFillTx/>
                          <a:latin typeface="ABC Monument Grotesk"/>
                          <a:ea typeface="+mn-ea"/>
                          <a:cs typeface="+mn-cs"/>
                          <a:sym typeface="Calibri"/>
                        </a:rPr>
                        <a:t>Plazo</a:t>
                      </a:r>
                    </a:p>
                    <a:p>
                      <a:pPr marL="0" marR="0" lvl="0" indent="0" algn="l" defTabSz="1007486"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schemeClr val="tx1"/>
                          </a:solidFill>
                          <a:effectLst/>
                          <a:uFillTx/>
                          <a:latin typeface="ABC Monument Grotesk Thin"/>
                          <a:ea typeface="+mn-ea"/>
                          <a:cs typeface="+mn-cs"/>
                          <a:sym typeface="Calibri"/>
                        </a:rPr>
                        <a:t>31/12/2026</a:t>
                      </a:r>
                    </a:p>
                    <a:p>
                      <a:pPr marL="0" marR="0" lvl="0" indent="0" algn="l" defTabSz="1007486" rtl="0" eaLnBrk="1" fontAlgn="auto" latinLnBrk="0" hangingPunct="1">
                        <a:lnSpc>
                          <a:spcPct val="100000"/>
                        </a:lnSpc>
                        <a:spcBef>
                          <a:spcPts val="0"/>
                        </a:spcBef>
                        <a:spcAft>
                          <a:spcPts val="0"/>
                        </a:spcAft>
                        <a:buClrTx/>
                        <a:buSzTx/>
                        <a:buFontTx/>
                        <a:buNone/>
                        <a:tabLst/>
                        <a:defRPr/>
                      </a:pPr>
                      <a:endParaRPr kumimoji="0" lang="es-ES" sz="1400" b="0" i="0" u="none" strike="noStrike" kern="1200" cap="none" spc="0" normalizeH="0" baseline="0" noProof="0" dirty="0">
                        <a:ln>
                          <a:noFill/>
                        </a:ln>
                        <a:solidFill>
                          <a:schemeClr val="tx1"/>
                        </a:solidFill>
                        <a:effectLst/>
                        <a:uFillTx/>
                        <a:latin typeface="ABC Monument Grotesk"/>
                        <a:ea typeface="+mn-ea"/>
                        <a:cs typeface="+mn-cs"/>
                        <a:sym typeface="Calibri"/>
                      </a:endParaRPr>
                    </a:p>
                    <a:p>
                      <a:pPr marL="0" marR="0" lvl="0" indent="0" algn="l" defTabSz="1007486"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schemeClr val="tx1"/>
                          </a:solidFill>
                          <a:effectLst/>
                          <a:uFillTx/>
                          <a:latin typeface="ABC Monument Grotesk"/>
                          <a:ea typeface="+mn-ea"/>
                          <a:cs typeface="+mn-cs"/>
                          <a:sym typeface="Calibri"/>
                        </a:rPr>
                        <a:t>Área</a:t>
                      </a:r>
                      <a:endParaRPr kumimoji="0" lang="es-ES" sz="600" b="0" i="0" u="none" strike="noStrike" kern="1200" cap="none" spc="0" normalizeH="0" baseline="0" noProof="0" dirty="0">
                        <a:ln>
                          <a:noFill/>
                        </a:ln>
                        <a:solidFill>
                          <a:schemeClr val="tx1"/>
                        </a:solidFill>
                        <a:effectLst/>
                        <a:uFillTx/>
                        <a:latin typeface="ABC Monument Grotesk Thin"/>
                        <a:ea typeface="+mn-ea"/>
                        <a:cs typeface="+mn-cs"/>
                        <a:sym typeface="Calibri"/>
                      </a:endParaRPr>
                    </a:p>
                    <a:p>
                      <a:pPr marL="0" marR="0" lvl="0" indent="0" algn="l" defTabSz="1007486"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Lorem </a:t>
                      </a:r>
                      <a:r>
                        <a:rPr kumimoji="0" lang="es-ES" sz="11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ipsum</a:t>
                      </a: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a:t>
                      </a:r>
                    </a:p>
                    <a:p>
                      <a:pPr marL="0" marR="0" lvl="0" indent="0" algn="l" defTabSz="1007486" rtl="0" eaLnBrk="1" fontAlgn="auto" latinLnBrk="0" hangingPunct="1">
                        <a:lnSpc>
                          <a:spcPct val="100000"/>
                        </a:lnSpc>
                        <a:spcBef>
                          <a:spcPts val="0"/>
                        </a:spcBef>
                        <a:spcAft>
                          <a:spcPts val="0"/>
                        </a:spcAft>
                        <a:buClrTx/>
                        <a:buSzTx/>
                        <a:buFontTx/>
                        <a:buNone/>
                        <a:tabLst/>
                        <a:defRPr/>
                      </a:pPr>
                      <a:endParaRPr kumimoji="0" lang="es-ES" sz="800" b="0" i="0" u="none" strike="noStrike" kern="1200" cap="none" spc="0" normalizeH="0" baseline="0" noProof="0" dirty="0">
                        <a:ln>
                          <a:noFill/>
                        </a:ln>
                        <a:solidFill>
                          <a:schemeClr val="tx1"/>
                        </a:solidFill>
                        <a:effectLst/>
                        <a:uFillTx/>
                        <a:latin typeface="ABC Monument Grotesk"/>
                        <a:ea typeface="+mn-ea"/>
                        <a:cs typeface="+mn-cs"/>
                        <a:sym typeface="Calibri"/>
                      </a:endParaRPr>
                    </a:p>
                    <a:p>
                      <a:pPr marL="0" marR="0" lvl="0" indent="0" algn="l" defTabSz="1007486"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schemeClr val="tx1"/>
                          </a:solidFill>
                          <a:effectLst/>
                          <a:uFillTx/>
                          <a:latin typeface="ABC Monument Grotesk"/>
                          <a:ea typeface="+mn-ea"/>
                          <a:cs typeface="+mn-cs"/>
                          <a:sym typeface="Calibri"/>
                        </a:rPr>
                        <a:t>Responsable</a:t>
                      </a:r>
                    </a:p>
                    <a:p>
                      <a:pPr marL="0" marR="0" lvl="0" indent="0" algn="l" defTabSz="1007486"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Lorem </a:t>
                      </a:r>
                      <a:r>
                        <a:rPr kumimoji="0" lang="es-ES" sz="11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ipsum</a:t>
                      </a: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a:t>
                      </a:r>
                    </a:p>
                    <a:p>
                      <a:pPr marL="0" marR="0" lvl="0" indent="0" algn="l" defTabSz="1007486" rtl="0" eaLnBrk="1" fontAlgn="auto" latinLnBrk="0" hangingPunct="1">
                        <a:lnSpc>
                          <a:spcPct val="100000"/>
                        </a:lnSpc>
                        <a:spcBef>
                          <a:spcPts val="0"/>
                        </a:spcBef>
                        <a:spcAft>
                          <a:spcPts val="0"/>
                        </a:spcAft>
                        <a:buClrTx/>
                        <a:buSzTx/>
                        <a:buFontTx/>
                        <a:buNone/>
                        <a:tabLst/>
                        <a:defRPr/>
                      </a:pPr>
                      <a:endParaRPr kumimoji="0" lang="es-ES" sz="900" b="0" i="0" u="none" strike="noStrike" kern="1200" cap="none" spc="0" normalizeH="0" baseline="0" noProof="0" dirty="0">
                        <a:ln>
                          <a:noFill/>
                        </a:ln>
                        <a:solidFill>
                          <a:schemeClr val="tx1"/>
                        </a:solidFill>
                        <a:effectLst/>
                        <a:uFillTx/>
                        <a:latin typeface="ABC Monument Grotesk"/>
                        <a:ea typeface="+mn-ea"/>
                        <a:cs typeface="+mn-cs"/>
                        <a:sym typeface="Calibri"/>
                      </a:endParaRPr>
                    </a:p>
                    <a:p>
                      <a:pPr marL="0" marR="0" lvl="0" indent="0" algn="l" defTabSz="1007486"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schemeClr val="tx1"/>
                          </a:solidFill>
                          <a:effectLst/>
                          <a:uFillTx/>
                          <a:latin typeface="ABC Monument Grotesk"/>
                          <a:ea typeface="+mn-ea"/>
                          <a:cs typeface="+mn-cs"/>
                          <a:sym typeface="Calibri"/>
                        </a:rPr>
                        <a:t>Área relacionada</a:t>
                      </a:r>
                    </a:p>
                    <a:p>
                      <a:pPr marL="0" marR="0" lvl="0" indent="0" algn="l" defTabSz="1007486"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Lorem </a:t>
                      </a:r>
                      <a:r>
                        <a:rPr kumimoji="0" lang="es-ES" sz="11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ipsum</a:t>
                      </a: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a:t>
                      </a:r>
                    </a:p>
                    <a:p>
                      <a:pPr marL="0" marR="0" lvl="0" indent="0" algn="l" defTabSz="1007486" rtl="0" eaLnBrk="1" fontAlgn="auto" latinLnBrk="0" hangingPunct="1">
                        <a:lnSpc>
                          <a:spcPct val="100000"/>
                        </a:lnSpc>
                        <a:spcBef>
                          <a:spcPts val="0"/>
                        </a:spcBef>
                        <a:spcAft>
                          <a:spcPts val="0"/>
                        </a:spcAft>
                        <a:buClrTx/>
                        <a:buSzTx/>
                        <a:buFontTx/>
                        <a:buNone/>
                        <a:tabLst/>
                        <a:defRPr/>
                      </a:pPr>
                      <a:endParaRPr kumimoji="0" lang="es-ES" sz="1100" b="0" i="0" u="none" strike="noStrike" kern="1200" cap="none" spc="0" normalizeH="0" baseline="0" noProof="0" dirty="0">
                        <a:ln>
                          <a:noFill/>
                        </a:ln>
                        <a:solidFill>
                          <a:schemeClr val="tx1"/>
                        </a:solidFill>
                        <a:effectLst/>
                        <a:uFillTx/>
                        <a:latin typeface="ABC Monument Grotesk"/>
                        <a:ea typeface="+mn-ea"/>
                        <a:cs typeface="+mn-cs"/>
                        <a:sym typeface="Calibri"/>
                      </a:endParaRPr>
                    </a:p>
                    <a:p>
                      <a:pPr marL="0" marR="0" lvl="0" indent="0" algn="just" defTabSz="1007486"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schemeClr val="tx1"/>
                          </a:solidFill>
                          <a:effectLst/>
                          <a:uFillTx/>
                          <a:latin typeface="ABC Monument Grotesk"/>
                          <a:ea typeface="+mn-ea"/>
                          <a:cs typeface="+mn-cs"/>
                          <a:sym typeface="Calibri"/>
                        </a:rPr>
                        <a:t>Plazo</a:t>
                      </a:r>
                    </a:p>
                    <a:p>
                      <a:pPr marL="0" marR="0" lvl="0" indent="0" algn="just" defTabSz="1007486"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schemeClr val="tx1"/>
                          </a:solidFill>
                          <a:effectLst/>
                          <a:uFillTx/>
                          <a:latin typeface="ABC Monument Grotesk Thin"/>
                          <a:ea typeface="+mn-ea"/>
                          <a:cs typeface="+mn-cs"/>
                          <a:sym typeface="Calibri"/>
                        </a:rPr>
                        <a:t>31/12/2026</a:t>
                      </a:r>
                    </a:p>
                  </a:txBody>
                  <a:tcPr marL="72000" marR="72000" marT="108000" marB="72000">
                    <a:lnL w="6350" cap="flat" cmpd="sng" algn="ctr">
                      <a:solidFill>
                        <a:schemeClr val="bg1"/>
                      </a:solidFill>
                      <a:prstDash val="sysDashDotDot"/>
                      <a:round/>
                      <a:headEnd type="none" w="med" len="med"/>
                      <a:tailEnd type="none" w="med" len="med"/>
                    </a:lnL>
                    <a:lnR w="6350" cap="flat" cmpd="sng" algn="ctr">
                      <a:solidFill>
                        <a:schemeClr val="bg1"/>
                      </a:solidFill>
                      <a:prstDash val="sysDashDotDot"/>
                      <a:round/>
                      <a:headEnd type="none" w="med" len="med"/>
                      <a:tailEnd type="none" w="med" len="med"/>
                    </a:lnR>
                    <a:lnT w="6350" cap="flat" cmpd="sng" algn="ctr">
                      <a:solidFill>
                        <a:srgbClr val="958473"/>
                      </a:solidFill>
                      <a:prstDash val="solid"/>
                      <a:round/>
                      <a:headEnd type="none" w="med" len="med"/>
                      <a:tailEnd type="none" w="med" len="med"/>
                    </a:lnT>
                    <a:lnB w="6350" cap="flat" cmpd="sng" algn="ctr">
                      <a:solidFill>
                        <a:srgbClr val="958473"/>
                      </a:solidFill>
                      <a:prstDash val="solid"/>
                      <a:round/>
                      <a:headEnd type="none" w="med" len="med"/>
                      <a:tailEnd type="none" w="med" len="med"/>
                    </a:lnB>
                  </a:tcPr>
                </a:tc>
                <a:extLst>
                  <a:ext uri="{0D108BD9-81ED-4DB2-BD59-A6C34878D82A}">
                    <a16:rowId xmlns:a16="http://schemas.microsoft.com/office/drawing/2014/main" val="1122167098"/>
                  </a:ext>
                </a:extLst>
              </a:tr>
            </a:tbl>
          </a:graphicData>
        </a:graphic>
      </p:graphicFrame>
      <p:sp>
        <p:nvSpPr>
          <p:cNvPr id="4" name="Rectangle 3" hidden="1">
            <a:extLst>
              <a:ext uri="{FF2B5EF4-FFF2-40B4-BE49-F238E27FC236}">
                <a16:creationId xmlns:a16="http://schemas.microsoft.com/office/drawing/2014/main" id="{9E2219CC-EBDD-95DD-286E-F1C0B166312B}"/>
              </a:ext>
            </a:extLst>
          </p:cNvPr>
          <p:cNvSpPr/>
          <p:nvPr/>
        </p:nvSpPr>
        <p:spPr>
          <a:xfrm>
            <a:off x="160" y="0"/>
            <a:ext cx="144076" cy="1440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defPPr>
              <a:defRPr lang="es-ES"/>
            </a:defPPr>
            <a:lvl1pPr marL="0" algn="l" defTabSz="829818" rtl="0" eaLnBrk="1" latinLnBrk="0" hangingPunct="1">
              <a:defRPr sz="1634" kern="1200">
                <a:solidFill>
                  <a:schemeClr val="tx1"/>
                </a:solidFill>
                <a:latin typeface="+mn-lt"/>
                <a:ea typeface="+mn-ea"/>
                <a:cs typeface="+mn-cs"/>
              </a:defRPr>
            </a:lvl1pPr>
            <a:lvl2pPr marL="414909" algn="l" defTabSz="829818" rtl="0" eaLnBrk="1" latinLnBrk="0" hangingPunct="1">
              <a:defRPr sz="1634" kern="1200">
                <a:solidFill>
                  <a:schemeClr val="tx1"/>
                </a:solidFill>
                <a:latin typeface="+mn-lt"/>
                <a:ea typeface="+mn-ea"/>
                <a:cs typeface="+mn-cs"/>
              </a:defRPr>
            </a:lvl2pPr>
            <a:lvl3pPr marL="829818" algn="l" defTabSz="829818" rtl="0" eaLnBrk="1" latinLnBrk="0" hangingPunct="1">
              <a:defRPr sz="1634" kern="1200">
                <a:solidFill>
                  <a:schemeClr val="tx1"/>
                </a:solidFill>
                <a:latin typeface="+mn-lt"/>
                <a:ea typeface="+mn-ea"/>
                <a:cs typeface="+mn-cs"/>
              </a:defRPr>
            </a:lvl3pPr>
            <a:lvl4pPr marL="1244727" algn="l" defTabSz="829818" rtl="0" eaLnBrk="1" latinLnBrk="0" hangingPunct="1">
              <a:defRPr sz="1634" kern="1200">
                <a:solidFill>
                  <a:schemeClr val="tx1"/>
                </a:solidFill>
                <a:latin typeface="+mn-lt"/>
                <a:ea typeface="+mn-ea"/>
                <a:cs typeface="+mn-cs"/>
              </a:defRPr>
            </a:lvl4pPr>
            <a:lvl5pPr marL="1659636" algn="l" defTabSz="829818" rtl="0" eaLnBrk="1" latinLnBrk="0" hangingPunct="1">
              <a:defRPr sz="1634" kern="1200">
                <a:solidFill>
                  <a:schemeClr val="tx1"/>
                </a:solidFill>
                <a:latin typeface="+mn-lt"/>
                <a:ea typeface="+mn-ea"/>
                <a:cs typeface="+mn-cs"/>
              </a:defRPr>
            </a:lvl5pPr>
            <a:lvl6pPr marL="2074545" algn="l" defTabSz="829818" rtl="0" eaLnBrk="1" latinLnBrk="0" hangingPunct="1">
              <a:defRPr sz="1634" kern="1200">
                <a:solidFill>
                  <a:schemeClr val="tx1"/>
                </a:solidFill>
                <a:latin typeface="+mn-lt"/>
                <a:ea typeface="+mn-ea"/>
                <a:cs typeface="+mn-cs"/>
              </a:defRPr>
            </a:lvl6pPr>
            <a:lvl7pPr marL="2489454" algn="l" defTabSz="829818" rtl="0" eaLnBrk="1" latinLnBrk="0" hangingPunct="1">
              <a:defRPr sz="1634" kern="1200">
                <a:solidFill>
                  <a:schemeClr val="tx1"/>
                </a:solidFill>
                <a:latin typeface="+mn-lt"/>
                <a:ea typeface="+mn-ea"/>
                <a:cs typeface="+mn-cs"/>
              </a:defRPr>
            </a:lvl7pPr>
            <a:lvl8pPr marL="2904363" algn="l" defTabSz="829818" rtl="0" eaLnBrk="1" latinLnBrk="0" hangingPunct="1">
              <a:defRPr sz="1634" kern="1200">
                <a:solidFill>
                  <a:schemeClr val="tx1"/>
                </a:solidFill>
                <a:latin typeface="+mn-lt"/>
                <a:ea typeface="+mn-ea"/>
                <a:cs typeface="+mn-cs"/>
              </a:defRPr>
            </a:lvl8pPr>
            <a:lvl9pPr marL="3319272" algn="l" defTabSz="829818" rtl="0" eaLnBrk="1" latinLnBrk="0" hangingPunct="1">
              <a:defRPr sz="1634" kern="1200">
                <a:solidFill>
                  <a:schemeClr val="tx1"/>
                </a:solidFill>
                <a:latin typeface="+mn-lt"/>
                <a:ea typeface="+mn-ea"/>
                <a:cs typeface="+mn-cs"/>
              </a:defRPr>
            </a:lvl9pPr>
          </a:lstStyle>
          <a:p>
            <a:pPr algn="ctr"/>
            <a:endParaRPr lang="es-ES" sz="2541">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10" name="Marcador de número de diapositiva 1">
            <a:extLst>
              <a:ext uri="{FF2B5EF4-FFF2-40B4-BE49-F238E27FC236}">
                <a16:creationId xmlns:a16="http://schemas.microsoft.com/office/drawing/2014/main" id="{D7B1CEE1-0FFC-B952-4A65-3EB88C4012E6}"/>
              </a:ext>
            </a:extLst>
          </p:cNvPr>
          <p:cNvSpPr txBox="1">
            <a:spLocks/>
          </p:cNvSpPr>
          <p:nvPr/>
        </p:nvSpPr>
        <p:spPr>
          <a:xfrm>
            <a:off x="11684725" y="6623540"/>
            <a:ext cx="512665" cy="232052"/>
          </a:xfrm>
          <a:prstGeom prst="rect">
            <a:avLst/>
          </a:prstGeom>
        </p:spPr>
        <p:txBody>
          <a:bodyPr/>
          <a:lstStyle>
            <a:defPPr>
              <a:defRPr lang="es-ES"/>
            </a:defPPr>
            <a:lvl1pPr marL="0" algn="l" defTabSz="829818" rtl="0" eaLnBrk="1" latinLnBrk="0" hangingPunct="1">
              <a:defRPr sz="1634" kern="1200">
                <a:solidFill>
                  <a:schemeClr val="tx1"/>
                </a:solidFill>
                <a:latin typeface="+mn-lt"/>
                <a:ea typeface="+mn-ea"/>
                <a:cs typeface="+mn-cs"/>
              </a:defRPr>
            </a:lvl1pPr>
            <a:lvl2pPr marL="414909" algn="l" defTabSz="829818" rtl="0" eaLnBrk="1" latinLnBrk="0" hangingPunct="1">
              <a:defRPr sz="1634" kern="1200">
                <a:solidFill>
                  <a:schemeClr val="tx1"/>
                </a:solidFill>
                <a:latin typeface="+mn-lt"/>
                <a:ea typeface="+mn-ea"/>
                <a:cs typeface="+mn-cs"/>
              </a:defRPr>
            </a:lvl2pPr>
            <a:lvl3pPr marL="829818" algn="l" defTabSz="829818" rtl="0" eaLnBrk="1" latinLnBrk="0" hangingPunct="1">
              <a:defRPr sz="1634" kern="1200">
                <a:solidFill>
                  <a:schemeClr val="tx1"/>
                </a:solidFill>
                <a:latin typeface="+mn-lt"/>
                <a:ea typeface="+mn-ea"/>
                <a:cs typeface="+mn-cs"/>
              </a:defRPr>
            </a:lvl3pPr>
            <a:lvl4pPr marL="1244727" algn="l" defTabSz="829818" rtl="0" eaLnBrk="1" latinLnBrk="0" hangingPunct="1">
              <a:defRPr sz="1634" kern="1200">
                <a:solidFill>
                  <a:schemeClr val="tx1"/>
                </a:solidFill>
                <a:latin typeface="+mn-lt"/>
                <a:ea typeface="+mn-ea"/>
                <a:cs typeface="+mn-cs"/>
              </a:defRPr>
            </a:lvl4pPr>
            <a:lvl5pPr marL="1659636" algn="l" defTabSz="829818" rtl="0" eaLnBrk="1" latinLnBrk="0" hangingPunct="1">
              <a:defRPr sz="1634" kern="1200">
                <a:solidFill>
                  <a:schemeClr val="tx1"/>
                </a:solidFill>
                <a:latin typeface="+mn-lt"/>
                <a:ea typeface="+mn-ea"/>
                <a:cs typeface="+mn-cs"/>
              </a:defRPr>
            </a:lvl5pPr>
            <a:lvl6pPr marL="2074545" algn="l" defTabSz="829818" rtl="0" eaLnBrk="1" latinLnBrk="0" hangingPunct="1">
              <a:defRPr sz="1634" kern="1200">
                <a:solidFill>
                  <a:schemeClr val="tx1"/>
                </a:solidFill>
                <a:latin typeface="+mn-lt"/>
                <a:ea typeface="+mn-ea"/>
                <a:cs typeface="+mn-cs"/>
              </a:defRPr>
            </a:lvl6pPr>
            <a:lvl7pPr marL="2489454" algn="l" defTabSz="829818" rtl="0" eaLnBrk="1" latinLnBrk="0" hangingPunct="1">
              <a:defRPr sz="1634" kern="1200">
                <a:solidFill>
                  <a:schemeClr val="tx1"/>
                </a:solidFill>
                <a:latin typeface="+mn-lt"/>
                <a:ea typeface="+mn-ea"/>
                <a:cs typeface="+mn-cs"/>
              </a:defRPr>
            </a:lvl7pPr>
            <a:lvl8pPr marL="2904363" algn="l" defTabSz="829818" rtl="0" eaLnBrk="1" latinLnBrk="0" hangingPunct="1">
              <a:defRPr sz="1634" kern="1200">
                <a:solidFill>
                  <a:schemeClr val="tx1"/>
                </a:solidFill>
                <a:latin typeface="+mn-lt"/>
                <a:ea typeface="+mn-ea"/>
                <a:cs typeface="+mn-cs"/>
              </a:defRPr>
            </a:lvl8pPr>
            <a:lvl9pPr marL="3319272" algn="l" defTabSz="829818" rtl="0" eaLnBrk="1" latinLnBrk="0" hangingPunct="1">
              <a:defRPr sz="1634" kern="1200">
                <a:solidFill>
                  <a:schemeClr val="tx1"/>
                </a:solidFill>
                <a:latin typeface="+mn-lt"/>
                <a:ea typeface="+mn-ea"/>
                <a:cs typeface="+mn-cs"/>
              </a:defRPr>
            </a:lvl9pPr>
          </a:lstStyle>
          <a:p>
            <a:pPr marL="70891" algn="r"/>
            <a:fld id="{81D60167-4931-47E6-BA6A-407CBD079E47}" type="slidenum">
              <a:rPr lang="es-ES" sz="771" spc="32" smtClean="0">
                <a:solidFill>
                  <a:srgbClr val="898989"/>
                </a:solidFill>
                <a:latin typeface="ABC Monument Grotesk Thin" panose="020B0204040202060203" pitchFamily="34" charset="0"/>
                <a:cs typeface="Arial"/>
              </a:rPr>
              <a:pPr marL="70891" algn="r"/>
              <a:t>7</a:t>
            </a:fld>
            <a:endParaRPr lang="es-ES" sz="771">
              <a:latin typeface="ABC Monument Grotesk Thin" panose="020B0204040202060203" pitchFamily="34" charset="0"/>
              <a:cs typeface="Arial"/>
            </a:endParaRPr>
          </a:p>
        </p:txBody>
      </p:sp>
      <p:sp>
        <p:nvSpPr>
          <p:cNvPr id="8" name="object 3">
            <a:extLst>
              <a:ext uri="{FF2B5EF4-FFF2-40B4-BE49-F238E27FC236}">
                <a16:creationId xmlns:a16="http://schemas.microsoft.com/office/drawing/2014/main" id="{136B33E0-FF87-C12E-5576-FD19FF2A1ECD}"/>
              </a:ext>
            </a:extLst>
          </p:cNvPr>
          <p:cNvSpPr txBox="1">
            <a:spLocks/>
          </p:cNvSpPr>
          <p:nvPr/>
        </p:nvSpPr>
        <p:spPr>
          <a:xfrm>
            <a:off x="641252" y="318230"/>
            <a:ext cx="6033495" cy="344804"/>
          </a:xfrm>
          <a:prstGeom prst="rect">
            <a:avLst/>
          </a:prstGeom>
        </p:spPr>
        <p:txBody>
          <a:bodyPr vert="horz" wrap="square" lIns="0" tIns="0" rIns="0" bIns="0" rtlCol="0" anchor="t">
            <a:noAutofit/>
          </a:bodyPr>
          <a:lstStyle>
            <a:defPPr>
              <a:defRPr lang="es-ES"/>
            </a:defPPr>
            <a:lvl1pPr marL="0" algn="l" defTabSz="829818" rtl="0" eaLnBrk="1" latinLnBrk="0" hangingPunct="1">
              <a:defRPr sz="1634" kern="1200">
                <a:solidFill>
                  <a:schemeClr val="tx1"/>
                </a:solidFill>
                <a:latin typeface="+mn-lt"/>
                <a:ea typeface="+mn-ea"/>
                <a:cs typeface="+mn-cs"/>
              </a:defRPr>
            </a:lvl1pPr>
            <a:lvl2pPr marL="414909" algn="l" defTabSz="829818" rtl="0" eaLnBrk="1" latinLnBrk="0" hangingPunct="1">
              <a:defRPr sz="1634" kern="1200">
                <a:solidFill>
                  <a:schemeClr val="tx1"/>
                </a:solidFill>
                <a:latin typeface="+mn-lt"/>
                <a:ea typeface="+mn-ea"/>
                <a:cs typeface="+mn-cs"/>
              </a:defRPr>
            </a:lvl2pPr>
            <a:lvl3pPr marL="829818" algn="l" defTabSz="829818" rtl="0" eaLnBrk="1" latinLnBrk="0" hangingPunct="1">
              <a:defRPr sz="1634" kern="1200">
                <a:solidFill>
                  <a:schemeClr val="tx1"/>
                </a:solidFill>
                <a:latin typeface="+mn-lt"/>
                <a:ea typeface="+mn-ea"/>
                <a:cs typeface="+mn-cs"/>
              </a:defRPr>
            </a:lvl3pPr>
            <a:lvl4pPr marL="1244727" algn="l" defTabSz="829818" rtl="0" eaLnBrk="1" latinLnBrk="0" hangingPunct="1">
              <a:defRPr sz="1634" kern="1200">
                <a:solidFill>
                  <a:schemeClr val="tx1"/>
                </a:solidFill>
                <a:latin typeface="+mn-lt"/>
                <a:ea typeface="+mn-ea"/>
                <a:cs typeface="+mn-cs"/>
              </a:defRPr>
            </a:lvl4pPr>
            <a:lvl5pPr marL="1659636" algn="l" defTabSz="829818" rtl="0" eaLnBrk="1" latinLnBrk="0" hangingPunct="1">
              <a:defRPr sz="1634" kern="1200">
                <a:solidFill>
                  <a:schemeClr val="tx1"/>
                </a:solidFill>
                <a:latin typeface="+mn-lt"/>
                <a:ea typeface="+mn-ea"/>
                <a:cs typeface="+mn-cs"/>
              </a:defRPr>
            </a:lvl5pPr>
            <a:lvl6pPr marL="2074545" algn="l" defTabSz="829818" rtl="0" eaLnBrk="1" latinLnBrk="0" hangingPunct="1">
              <a:defRPr sz="1634" kern="1200">
                <a:solidFill>
                  <a:schemeClr val="tx1"/>
                </a:solidFill>
                <a:latin typeface="+mn-lt"/>
                <a:ea typeface="+mn-ea"/>
                <a:cs typeface="+mn-cs"/>
              </a:defRPr>
            </a:lvl6pPr>
            <a:lvl7pPr marL="2489454" algn="l" defTabSz="829818" rtl="0" eaLnBrk="1" latinLnBrk="0" hangingPunct="1">
              <a:defRPr sz="1634" kern="1200">
                <a:solidFill>
                  <a:schemeClr val="tx1"/>
                </a:solidFill>
                <a:latin typeface="+mn-lt"/>
                <a:ea typeface="+mn-ea"/>
                <a:cs typeface="+mn-cs"/>
              </a:defRPr>
            </a:lvl7pPr>
            <a:lvl8pPr marL="2904363" algn="l" defTabSz="829818" rtl="0" eaLnBrk="1" latinLnBrk="0" hangingPunct="1">
              <a:defRPr sz="1634" kern="1200">
                <a:solidFill>
                  <a:schemeClr val="tx1"/>
                </a:solidFill>
                <a:latin typeface="+mn-lt"/>
                <a:ea typeface="+mn-ea"/>
                <a:cs typeface="+mn-cs"/>
              </a:defRPr>
            </a:lvl8pPr>
            <a:lvl9pPr marL="3319272" algn="l" defTabSz="829818" rtl="0" eaLnBrk="1" latinLnBrk="0" hangingPunct="1">
              <a:defRPr sz="1634" kern="1200">
                <a:solidFill>
                  <a:schemeClr val="tx1"/>
                </a:solidFill>
                <a:latin typeface="+mn-lt"/>
                <a:ea typeface="+mn-ea"/>
                <a:cs typeface="+mn-cs"/>
              </a:defRPr>
            </a:lvl9pPr>
          </a:lstStyle>
          <a:p>
            <a:pPr marL="36830">
              <a:lnSpc>
                <a:spcPct val="70658"/>
              </a:lnSpc>
              <a:tabLst>
                <a:tab pos="6025005" algn="l"/>
              </a:tabLst>
            </a:pPr>
            <a:r>
              <a:rPr lang="es-ES" sz="3600" spc="163">
                <a:solidFill>
                  <a:srgbClr val="231F20"/>
                </a:solidFill>
                <a:latin typeface="ABC Monument Grotesk" panose="020B0504040202060203" pitchFamily="34" charset="0"/>
                <a:cs typeface="Times New Roman"/>
              </a:rPr>
              <a:t>Detalle de conclusiones</a:t>
            </a:r>
            <a:endParaRPr lang="es-ES" sz="4000">
              <a:latin typeface="ABC Monument Grotesk" panose="020B0504040202060203" pitchFamily="34" charset="0"/>
              <a:cs typeface="Arial"/>
            </a:endParaRPr>
          </a:p>
        </p:txBody>
      </p:sp>
    </p:spTree>
    <p:extLst>
      <p:ext uri="{BB962C8B-B14F-4D97-AF65-F5344CB8AC3E}">
        <p14:creationId xmlns:p14="http://schemas.microsoft.com/office/powerpoint/2010/main" val="34282598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462E77-0168-A576-EF56-83CB1F798322}"/>
            </a:ext>
          </a:extLst>
        </p:cNvPr>
        <p:cNvGrpSpPr/>
        <p:nvPr/>
      </p:nvGrpSpPr>
      <p:grpSpPr>
        <a:xfrm>
          <a:off x="0" y="0"/>
          <a:ext cx="0" cy="0"/>
          <a:chOff x="0" y="0"/>
          <a:chExt cx="0" cy="0"/>
        </a:xfrm>
      </p:grpSpPr>
      <p:sp>
        <p:nvSpPr>
          <p:cNvPr id="5" name="Rectángulo 4">
            <a:extLst>
              <a:ext uri="{FF2B5EF4-FFF2-40B4-BE49-F238E27FC236}">
                <a16:creationId xmlns:a16="http://schemas.microsoft.com/office/drawing/2014/main" id="{B3E000BE-4C58-8D07-BEA1-574E98831E0B}"/>
              </a:ext>
            </a:extLst>
          </p:cNvPr>
          <p:cNvSpPr/>
          <p:nvPr/>
        </p:nvSpPr>
        <p:spPr>
          <a:xfrm>
            <a:off x="774053" y="3014507"/>
            <a:ext cx="7629884" cy="2233768"/>
          </a:xfrm>
          <a:prstGeom prst="rect">
            <a:avLst/>
          </a:prstGeom>
          <a:solidFill>
            <a:schemeClr val="bg1">
              <a:lumMod val="95000"/>
            </a:scheme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aphicFrame>
        <p:nvGraphicFramePr>
          <p:cNvPr id="11" name="Tabla 7">
            <a:extLst>
              <a:ext uri="{FF2B5EF4-FFF2-40B4-BE49-F238E27FC236}">
                <a16:creationId xmlns:a16="http://schemas.microsoft.com/office/drawing/2014/main" id="{C114C00A-AD95-64FE-6D52-4D581FC12889}"/>
              </a:ext>
            </a:extLst>
          </p:cNvPr>
          <p:cNvGraphicFramePr>
            <a:graphicFrameLocks noGrp="1"/>
          </p:cNvGraphicFramePr>
          <p:nvPr>
            <p:extLst>
              <p:ext uri="{D42A27DB-BD31-4B8C-83A1-F6EECF244321}">
                <p14:modId xmlns:p14="http://schemas.microsoft.com/office/powerpoint/2010/main" val="3860865656"/>
              </p:ext>
            </p:extLst>
          </p:nvPr>
        </p:nvGraphicFramePr>
        <p:xfrm>
          <a:off x="324405" y="927535"/>
          <a:ext cx="11580449" cy="5386824"/>
        </p:xfrm>
        <a:graphic>
          <a:graphicData uri="http://schemas.openxmlformats.org/drawingml/2006/table">
            <a:tbl>
              <a:tblPr firstRow="1" bandRow="1">
                <a:tableStyleId>{5940675A-B579-460E-94D1-54222C63F5DA}</a:tableStyleId>
              </a:tblPr>
              <a:tblGrid>
                <a:gridCol w="286461">
                  <a:extLst>
                    <a:ext uri="{9D8B030D-6E8A-4147-A177-3AD203B41FA5}">
                      <a16:colId xmlns:a16="http://schemas.microsoft.com/office/drawing/2014/main" val="3881384108"/>
                    </a:ext>
                  </a:extLst>
                </a:gridCol>
                <a:gridCol w="7801988">
                  <a:extLst>
                    <a:ext uri="{9D8B030D-6E8A-4147-A177-3AD203B41FA5}">
                      <a16:colId xmlns:a16="http://schemas.microsoft.com/office/drawing/2014/main" val="128456942"/>
                    </a:ext>
                  </a:extLst>
                </a:gridCol>
                <a:gridCol w="2052000">
                  <a:extLst>
                    <a:ext uri="{9D8B030D-6E8A-4147-A177-3AD203B41FA5}">
                      <a16:colId xmlns:a16="http://schemas.microsoft.com/office/drawing/2014/main" val="1112410109"/>
                    </a:ext>
                  </a:extLst>
                </a:gridCol>
                <a:gridCol w="1440000">
                  <a:extLst>
                    <a:ext uri="{9D8B030D-6E8A-4147-A177-3AD203B41FA5}">
                      <a16:colId xmlns:a16="http://schemas.microsoft.com/office/drawing/2014/main" val="780516070"/>
                    </a:ext>
                  </a:extLst>
                </a:gridCol>
              </a:tblGrid>
              <a:tr h="5386824">
                <a:tc>
                  <a:txBody>
                    <a:bodyPr/>
                    <a:lstStyle/>
                    <a:p>
                      <a:pPr marL="0" marR="0" lvl="0" indent="0" algn="ctr" defTabSz="914400" rtl="0" eaLnBrk="1" fontAlgn="auto" latinLnBrk="0" hangingPunct="0">
                        <a:lnSpc>
                          <a:spcPct val="100000"/>
                        </a:lnSpc>
                        <a:spcBef>
                          <a:spcPts val="0"/>
                        </a:spcBef>
                        <a:spcAft>
                          <a:spcPts val="0"/>
                        </a:spcAft>
                        <a:buClrTx/>
                        <a:buSzTx/>
                        <a:buFontTx/>
                        <a:buNone/>
                        <a:tabLst/>
                        <a:defRPr/>
                      </a:pPr>
                      <a:r>
                        <a:rPr kumimoji="0" lang="es-ES" sz="1000" b="0" i="0" u="none" strike="noStrike" kern="0" cap="none" spc="-300" normalizeH="0" baseline="0" noProof="0" dirty="0">
                          <a:ln>
                            <a:noFill/>
                          </a:ln>
                          <a:solidFill>
                            <a:schemeClr val="bg1"/>
                          </a:solidFill>
                          <a:effectLst/>
                          <a:uFillTx/>
                          <a:latin typeface="ABC Monument Grotesk Medium" panose="020B0604040202060203" pitchFamily="34" charset="0"/>
                          <a:ea typeface="+mn-ea"/>
                          <a:cs typeface="+mn-cs"/>
                        </a:rPr>
                        <a:t>RIESGO MEDIO</a:t>
                      </a:r>
                      <a:endParaRPr kumimoji="0" lang="es-ES" sz="1100" b="0" i="0" u="none" strike="noStrike" kern="1200" cap="none" spc="0" normalizeH="0" baseline="0" noProof="0" dirty="0">
                        <a:ln>
                          <a:noFill/>
                        </a:ln>
                        <a:solidFill>
                          <a:schemeClr val="tx1"/>
                        </a:solidFill>
                        <a:effectLst/>
                        <a:uFillTx/>
                        <a:latin typeface="ABC Monument Grotesk Thin"/>
                        <a:ea typeface="+mn-ea"/>
                        <a:cs typeface="+mn-cs"/>
                      </a:endParaRPr>
                    </a:p>
                  </a:txBody>
                  <a:tcPr marL="72000" marR="72000" marT="72000" marB="72000" vert="wordArtVert" anchor="ctr">
                    <a:lnL w="6350" cap="flat" cmpd="sng" algn="ctr">
                      <a:solidFill>
                        <a:schemeClr val="bg1"/>
                      </a:solidFill>
                      <a:prstDash val="sysDashDotDot"/>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958473"/>
                      </a:solidFill>
                      <a:prstDash val="solid"/>
                      <a:round/>
                      <a:headEnd type="none" w="med" len="med"/>
                      <a:tailEnd type="none" w="med" len="med"/>
                    </a:lnB>
                    <a:solidFill>
                      <a:srgbClr val="A6A6A6"/>
                    </a:solidFill>
                  </a:tcPr>
                </a:tc>
                <a:tc>
                  <a:txBody>
                    <a:bodyPr/>
                    <a:lstStyle/>
                    <a:p>
                      <a:pPr marL="182563" marR="0" lvl="0" indent="0" algn="just" defTabSz="1007486" rtl="0" eaLnBrk="1" fontAlgn="auto" latinLnBrk="0" hangingPunct="1">
                        <a:lnSpc>
                          <a:spcPct val="100000"/>
                        </a:lnSpc>
                        <a:spcBef>
                          <a:spcPts val="0"/>
                        </a:spcBef>
                        <a:spcAft>
                          <a:spcPts val="0"/>
                        </a:spcAft>
                        <a:buClrTx/>
                        <a:buSzTx/>
                        <a:buFontTx/>
                        <a:buNone/>
                        <a:tabLst/>
                        <a:defRPr/>
                      </a:pPr>
                      <a:r>
                        <a:rPr lang="es-ES" sz="1600" noProof="0" dirty="0">
                          <a:latin typeface="ABC Monument Grotesk" panose="020B0504040202060203" pitchFamily="34" charset="0"/>
                        </a:rPr>
                        <a:t>01 </a:t>
                      </a:r>
                      <a:r>
                        <a:rPr kumimoji="0" lang="es-ES" sz="1600" b="0" i="0" u="none" strike="noStrike" kern="1200" cap="none" spc="0" normalizeH="0" baseline="0" dirty="0">
                          <a:ln>
                            <a:noFill/>
                          </a:ln>
                          <a:solidFill>
                            <a:schemeClr val="tx1"/>
                          </a:solidFill>
                          <a:effectLst/>
                          <a:uFillTx/>
                          <a:latin typeface="ABC Monument Grotesk Thin"/>
                          <a:ea typeface="+mn-ea"/>
                          <a:cs typeface="+mn-cs"/>
                        </a:rPr>
                        <a:t>Lorem </a:t>
                      </a:r>
                      <a:r>
                        <a:rPr kumimoji="0" lang="es-ES" sz="1600" b="0" i="0" u="none" strike="noStrike" kern="1200" cap="none" spc="0" normalizeH="0" baseline="0" dirty="0" err="1">
                          <a:ln>
                            <a:noFill/>
                          </a:ln>
                          <a:solidFill>
                            <a:schemeClr val="tx1"/>
                          </a:solidFill>
                          <a:effectLst/>
                          <a:uFillTx/>
                          <a:latin typeface="ABC Monument Grotesk Thin"/>
                          <a:ea typeface="+mn-ea"/>
                          <a:cs typeface="+mn-cs"/>
                        </a:rPr>
                        <a:t>ipsum</a:t>
                      </a:r>
                      <a:r>
                        <a:rPr kumimoji="0" lang="es-ES" sz="1600" b="0" i="0" u="none" strike="noStrike" kern="1200" cap="none" spc="0" normalizeH="0" baseline="0" dirty="0">
                          <a:ln>
                            <a:noFill/>
                          </a:ln>
                          <a:solidFill>
                            <a:schemeClr val="tx1"/>
                          </a:solidFill>
                          <a:effectLst/>
                          <a:uFillTx/>
                          <a:latin typeface="ABC Monument Grotesk Thin"/>
                          <a:ea typeface="+mn-ea"/>
                          <a:cs typeface="+mn-cs"/>
                        </a:rPr>
                        <a:t> dolor </a:t>
                      </a:r>
                      <a:r>
                        <a:rPr kumimoji="0" lang="es-ES" sz="1600" b="0" i="0" u="none" strike="noStrike" kern="1200" cap="none" spc="0" normalizeH="0" baseline="0" dirty="0" err="1">
                          <a:ln>
                            <a:noFill/>
                          </a:ln>
                          <a:solidFill>
                            <a:schemeClr val="tx1"/>
                          </a:solidFill>
                          <a:effectLst/>
                          <a:uFillTx/>
                          <a:latin typeface="ABC Monument Grotesk Thin"/>
                          <a:ea typeface="+mn-ea"/>
                          <a:cs typeface="+mn-cs"/>
                        </a:rPr>
                        <a:t>sit</a:t>
                      </a:r>
                      <a:r>
                        <a:rPr kumimoji="0" lang="es-ES" sz="1600" b="0" i="0" u="none" strike="noStrike" kern="1200" cap="none" spc="0" normalizeH="0" baseline="0" dirty="0">
                          <a:ln>
                            <a:noFill/>
                          </a:ln>
                          <a:solidFill>
                            <a:schemeClr val="tx1"/>
                          </a:solidFill>
                          <a:effectLst/>
                          <a:uFillTx/>
                          <a:latin typeface="ABC Monument Grotesk Thin"/>
                          <a:ea typeface="+mn-ea"/>
                          <a:cs typeface="+mn-cs"/>
                        </a:rPr>
                        <a:t> </a:t>
                      </a:r>
                      <a:r>
                        <a:rPr kumimoji="0" lang="es-ES" sz="1600" b="0" i="0" u="none" strike="noStrike" kern="1200" cap="none" spc="0" normalizeH="0" baseline="0" dirty="0" err="1">
                          <a:ln>
                            <a:noFill/>
                          </a:ln>
                          <a:solidFill>
                            <a:schemeClr val="tx1"/>
                          </a:solidFill>
                          <a:effectLst/>
                          <a:uFillTx/>
                          <a:latin typeface="ABC Monument Grotesk Thin"/>
                          <a:ea typeface="+mn-ea"/>
                          <a:cs typeface="+mn-cs"/>
                        </a:rPr>
                        <a:t>amet</a:t>
                      </a:r>
                      <a:r>
                        <a:rPr kumimoji="0" lang="es-ES" sz="1600" b="0" i="0" u="none" strike="noStrike" kern="1200" cap="none" spc="0" normalizeH="0" baseline="0" dirty="0">
                          <a:ln>
                            <a:noFill/>
                          </a:ln>
                          <a:solidFill>
                            <a:schemeClr val="tx1"/>
                          </a:solidFill>
                          <a:effectLst/>
                          <a:uFillTx/>
                          <a:latin typeface="ABC Monument Grotesk Thin"/>
                          <a:ea typeface="+mn-ea"/>
                          <a:cs typeface="+mn-cs"/>
                        </a:rPr>
                        <a:t>, </a:t>
                      </a:r>
                      <a:r>
                        <a:rPr kumimoji="0" lang="es-ES" sz="1600" b="0" i="0" u="none" strike="noStrike" kern="1200" cap="none" spc="0" normalizeH="0" baseline="0" dirty="0" err="1">
                          <a:ln>
                            <a:noFill/>
                          </a:ln>
                          <a:solidFill>
                            <a:schemeClr val="tx1"/>
                          </a:solidFill>
                          <a:effectLst/>
                          <a:uFillTx/>
                          <a:latin typeface="ABC Monument Grotesk Thin"/>
                          <a:ea typeface="+mn-ea"/>
                          <a:cs typeface="+mn-cs"/>
                        </a:rPr>
                        <a:t>consectetur</a:t>
                      </a:r>
                      <a:r>
                        <a:rPr kumimoji="0" lang="es-ES" sz="1600" b="0" i="0" u="none" strike="noStrike" kern="1200" cap="none" spc="0" normalizeH="0" baseline="0" dirty="0">
                          <a:ln>
                            <a:noFill/>
                          </a:ln>
                          <a:solidFill>
                            <a:schemeClr val="tx1"/>
                          </a:solidFill>
                          <a:effectLst/>
                          <a:uFillTx/>
                          <a:latin typeface="ABC Monument Grotesk Thin"/>
                          <a:ea typeface="+mn-ea"/>
                          <a:cs typeface="+mn-cs"/>
                        </a:rPr>
                        <a:t> </a:t>
                      </a:r>
                      <a:r>
                        <a:rPr kumimoji="0" lang="es-ES" sz="1600" b="0" i="0" u="none" strike="noStrike" kern="1200" cap="none" spc="0" normalizeH="0" baseline="0" dirty="0" err="1">
                          <a:ln>
                            <a:noFill/>
                          </a:ln>
                          <a:solidFill>
                            <a:schemeClr val="tx1"/>
                          </a:solidFill>
                          <a:effectLst/>
                          <a:uFillTx/>
                          <a:latin typeface="ABC Monument Grotesk Thin"/>
                          <a:ea typeface="+mn-ea"/>
                          <a:cs typeface="+mn-cs"/>
                        </a:rPr>
                        <a:t>adipiscing</a:t>
                      </a:r>
                      <a:r>
                        <a:rPr kumimoji="0" lang="es-ES" sz="1600" b="0" i="0" u="none" strike="noStrike" kern="1200" cap="none" spc="0" normalizeH="0" baseline="0" dirty="0">
                          <a:ln>
                            <a:noFill/>
                          </a:ln>
                          <a:solidFill>
                            <a:schemeClr val="tx1"/>
                          </a:solidFill>
                          <a:effectLst/>
                          <a:uFillTx/>
                          <a:latin typeface="ABC Monument Grotesk Thin"/>
                          <a:ea typeface="+mn-ea"/>
                          <a:cs typeface="+mn-cs"/>
                        </a:rPr>
                        <a:t> </a:t>
                      </a:r>
                      <a:r>
                        <a:rPr kumimoji="0" lang="es-ES" sz="1600" b="0" i="0" u="none" strike="noStrike" kern="1200" cap="none" spc="0" normalizeH="0" baseline="0" dirty="0" err="1">
                          <a:ln>
                            <a:noFill/>
                          </a:ln>
                          <a:solidFill>
                            <a:schemeClr val="tx1"/>
                          </a:solidFill>
                          <a:effectLst/>
                          <a:uFillTx/>
                          <a:latin typeface="ABC Monument Grotesk Thin"/>
                          <a:ea typeface="+mn-ea"/>
                          <a:cs typeface="+mn-cs"/>
                        </a:rPr>
                        <a:t>elit</a:t>
                      </a:r>
                      <a:r>
                        <a:rPr kumimoji="0" lang="es-ES" sz="1600" b="0" i="0" u="none" strike="noStrike" kern="1200" cap="none" spc="0" normalizeH="0" baseline="0" dirty="0">
                          <a:ln>
                            <a:noFill/>
                          </a:ln>
                          <a:solidFill>
                            <a:schemeClr val="tx1"/>
                          </a:solidFill>
                          <a:effectLst/>
                          <a:uFillTx/>
                          <a:latin typeface="ABC Monument Grotesk Thin"/>
                          <a:ea typeface="+mn-ea"/>
                          <a:cs typeface="+mn-cs"/>
                        </a:rPr>
                        <a:t>. </a:t>
                      </a:r>
                      <a:r>
                        <a:rPr kumimoji="0" lang="es-ES" sz="1600" b="0" i="0" u="none" strike="noStrike" kern="1200" cap="none" spc="0" normalizeH="0" baseline="0" dirty="0" err="1">
                          <a:ln>
                            <a:noFill/>
                          </a:ln>
                          <a:solidFill>
                            <a:schemeClr val="tx1"/>
                          </a:solidFill>
                          <a:effectLst/>
                          <a:uFillTx/>
                          <a:latin typeface="ABC Monument Grotesk Thin"/>
                          <a:ea typeface="+mn-ea"/>
                          <a:cs typeface="+mn-cs"/>
                        </a:rPr>
                        <a:t>Praesent</a:t>
                      </a:r>
                      <a:r>
                        <a:rPr kumimoji="0" lang="es-ES" sz="1600" b="0" i="0" u="none" strike="noStrike" kern="1200" cap="none" spc="0" normalizeH="0" baseline="0" dirty="0">
                          <a:ln>
                            <a:noFill/>
                          </a:ln>
                          <a:solidFill>
                            <a:schemeClr val="tx1"/>
                          </a:solidFill>
                          <a:effectLst/>
                          <a:uFillTx/>
                          <a:latin typeface="ABC Monument Grotesk Thin"/>
                          <a:ea typeface="+mn-ea"/>
                          <a:cs typeface="+mn-cs"/>
                        </a:rPr>
                        <a:t> id </a:t>
                      </a:r>
                      <a:r>
                        <a:rPr kumimoji="0" lang="es-ES" sz="1600" b="0" i="0" u="none" strike="noStrike" kern="1200" cap="none" spc="0" normalizeH="0" baseline="0" dirty="0" err="1">
                          <a:ln>
                            <a:noFill/>
                          </a:ln>
                          <a:solidFill>
                            <a:schemeClr val="tx1"/>
                          </a:solidFill>
                          <a:effectLst/>
                          <a:uFillTx/>
                          <a:latin typeface="ABC Monument Grotesk Thin"/>
                          <a:ea typeface="+mn-ea"/>
                          <a:cs typeface="+mn-cs"/>
                        </a:rPr>
                        <a:t>enim</a:t>
                      </a:r>
                      <a:r>
                        <a:rPr kumimoji="0" lang="es-ES" sz="1600" b="0" i="0" u="none" strike="noStrike" kern="1200" cap="none" spc="0" normalizeH="0" baseline="0" dirty="0">
                          <a:ln>
                            <a:noFill/>
                          </a:ln>
                          <a:solidFill>
                            <a:schemeClr val="tx1"/>
                          </a:solidFill>
                          <a:effectLst/>
                          <a:uFillTx/>
                          <a:latin typeface="ABC Monument Grotesk Thin"/>
                          <a:ea typeface="+mn-ea"/>
                          <a:cs typeface="+mn-cs"/>
                        </a:rPr>
                        <a:t> sed </a:t>
                      </a:r>
                      <a:r>
                        <a:rPr kumimoji="0" lang="es-ES" sz="1600" b="0" i="0" u="none" strike="noStrike" kern="1200" cap="none" spc="0" normalizeH="0" baseline="0" dirty="0" err="1">
                          <a:ln>
                            <a:noFill/>
                          </a:ln>
                          <a:solidFill>
                            <a:schemeClr val="tx1"/>
                          </a:solidFill>
                          <a:effectLst/>
                          <a:uFillTx/>
                          <a:latin typeface="ABC Monument Grotesk Thin"/>
                          <a:ea typeface="+mn-ea"/>
                          <a:cs typeface="+mn-cs"/>
                        </a:rPr>
                        <a:t>lacus</a:t>
                      </a:r>
                      <a:r>
                        <a:rPr kumimoji="0" lang="es-ES" sz="1600" b="0" i="0" u="none" strike="noStrike" kern="1200" cap="none" spc="0" normalizeH="0" baseline="0" dirty="0">
                          <a:ln>
                            <a:noFill/>
                          </a:ln>
                          <a:solidFill>
                            <a:schemeClr val="tx1"/>
                          </a:solidFill>
                          <a:effectLst/>
                          <a:uFillTx/>
                          <a:latin typeface="ABC Monument Grotesk Thin"/>
                          <a:ea typeface="+mn-ea"/>
                          <a:cs typeface="+mn-cs"/>
                        </a:rPr>
                        <a:t> vehicula </a:t>
                      </a:r>
                      <a:r>
                        <a:rPr kumimoji="0" lang="es-ES" sz="1600" b="0" i="0" u="none" strike="noStrike" kern="1200" cap="none" spc="0" normalizeH="0" baseline="0" dirty="0" err="1">
                          <a:ln>
                            <a:noFill/>
                          </a:ln>
                          <a:solidFill>
                            <a:schemeClr val="tx1"/>
                          </a:solidFill>
                          <a:effectLst/>
                          <a:uFillTx/>
                          <a:latin typeface="ABC Monument Grotesk Thin"/>
                          <a:ea typeface="+mn-ea"/>
                          <a:cs typeface="+mn-cs"/>
                        </a:rPr>
                        <a:t>cursus</a:t>
                      </a:r>
                      <a:r>
                        <a:rPr kumimoji="0" lang="es-ES" sz="1600" b="0" i="0" u="none" strike="noStrike" kern="1200" cap="none" spc="0" normalizeH="0" baseline="0" dirty="0">
                          <a:ln>
                            <a:noFill/>
                          </a:ln>
                          <a:solidFill>
                            <a:schemeClr val="tx1"/>
                          </a:solidFill>
                          <a:effectLst/>
                          <a:uFillTx/>
                          <a:latin typeface="ABC Monument Grotesk Thin"/>
                          <a:ea typeface="+mn-ea"/>
                          <a:cs typeface="+mn-cs"/>
                        </a:rPr>
                        <a:t> id </a:t>
                      </a:r>
                      <a:r>
                        <a:rPr kumimoji="0" lang="es-ES" sz="1600" b="0" i="0" u="none" strike="noStrike" kern="1200" cap="none" spc="0" normalizeH="0" baseline="0" dirty="0" err="1">
                          <a:ln>
                            <a:noFill/>
                          </a:ln>
                          <a:solidFill>
                            <a:schemeClr val="tx1"/>
                          </a:solidFill>
                          <a:effectLst/>
                          <a:uFillTx/>
                          <a:latin typeface="ABC Monument Grotesk Thin"/>
                          <a:ea typeface="+mn-ea"/>
                          <a:cs typeface="+mn-cs"/>
                        </a:rPr>
                        <a:t>eget</a:t>
                      </a:r>
                      <a:r>
                        <a:rPr kumimoji="0" lang="es-ES" sz="1600" b="0" i="0" u="none" strike="noStrike" kern="1200" cap="none" spc="0" normalizeH="0" baseline="0" dirty="0">
                          <a:ln>
                            <a:noFill/>
                          </a:ln>
                          <a:solidFill>
                            <a:schemeClr val="tx1"/>
                          </a:solidFill>
                          <a:effectLst/>
                          <a:uFillTx/>
                          <a:latin typeface="ABC Monument Grotesk Thin"/>
                          <a:ea typeface="+mn-ea"/>
                          <a:cs typeface="+mn-cs"/>
                        </a:rPr>
                        <a:t> neque. </a:t>
                      </a:r>
                      <a:r>
                        <a:rPr kumimoji="0" lang="es-ES" sz="1600" b="0" i="0" u="none" strike="noStrike" kern="1200" cap="none" spc="0" normalizeH="0" baseline="0" dirty="0" err="1">
                          <a:ln>
                            <a:noFill/>
                          </a:ln>
                          <a:solidFill>
                            <a:schemeClr val="tx1"/>
                          </a:solidFill>
                          <a:effectLst/>
                          <a:uFillTx/>
                          <a:latin typeface="ABC Monument Grotesk Thin"/>
                          <a:ea typeface="+mn-ea"/>
                          <a:cs typeface="+mn-cs"/>
                        </a:rPr>
                        <a:t>Fusce</a:t>
                      </a:r>
                      <a:r>
                        <a:rPr kumimoji="0" lang="es-ES" sz="1600" b="0" i="0" u="none" strike="noStrike" kern="1200" cap="none" spc="0" normalizeH="0" baseline="0" dirty="0">
                          <a:ln>
                            <a:noFill/>
                          </a:ln>
                          <a:solidFill>
                            <a:schemeClr val="tx1"/>
                          </a:solidFill>
                          <a:effectLst/>
                          <a:uFillTx/>
                          <a:latin typeface="ABC Monument Grotesk Thin"/>
                          <a:ea typeface="+mn-ea"/>
                          <a:cs typeface="+mn-cs"/>
                        </a:rPr>
                        <a:t> </a:t>
                      </a:r>
                      <a:r>
                        <a:rPr kumimoji="0" lang="es-ES" sz="1600" b="0" i="0" u="none" strike="noStrike" kern="1200" cap="none" spc="0" normalizeH="0" baseline="0" dirty="0" err="1">
                          <a:ln>
                            <a:noFill/>
                          </a:ln>
                          <a:solidFill>
                            <a:schemeClr val="tx1"/>
                          </a:solidFill>
                          <a:effectLst/>
                          <a:uFillTx/>
                          <a:latin typeface="ABC Monument Grotesk Thin"/>
                          <a:ea typeface="+mn-ea"/>
                          <a:cs typeface="+mn-cs"/>
                        </a:rPr>
                        <a:t>blandit</a:t>
                      </a:r>
                      <a:r>
                        <a:rPr kumimoji="0" lang="es-ES" sz="1600" b="0" i="0" u="none" strike="noStrike" kern="1200" cap="none" spc="0" normalizeH="0" baseline="0" dirty="0">
                          <a:ln>
                            <a:noFill/>
                          </a:ln>
                          <a:solidFill>
                            <a:schemeClr val="tx1"/>
                          </a:solidFill>
                          <a:effectLst/>
                          <a:uFillTx/>
                          <a:latin typeface="ABC Monument Grotesk Thin"/>
                          <a:ea typeface="+mn-ea"/>
                          <a:cs typeface="+mn-cs"/>
                        </a:rPr>
                        <a:t> </a:t>
                      </a:r>
                      <a:r>
                        <a:rPr kumimoji="0" lang="es-ES" sz="1600" b="0" i="0" u="none" strike="noStrike" kern="1200" cap="none" spc="0" normalizeH="0" baseline="0" dirty="0" err="1">
                          <a:ln>
                            <a:noFill/>
                          </a:ln>
                          <a:solidFill>
                            <a:schemeClr val="tx1"/>
                          </a:solidFill>
                          <a:effectLst/>
                          <a:uFillTx/>
                          <a:latin typeface="ABC Monument Grotesk Thin"/>
                          <a:ea typeface="+mn-ea"/>
                          <a:cs typeface="+mn-cs"/>
                        </a:rPr>
                        <a:t>eleifend</a:t>
                      </a:r>
                      <a:r>
                        <a:rPr kumimoji="0" lang="es-ES" sz="1600" b="0" i="0" u="none" strike="noStrike" kern="1200" cap="none" spc="0" normalizeH="0" baseline="0" dirty="0">
                          <a:ln>
                            <a:noFill/>
                          </a:ln>
                          <a:solidFill>
                            <a:schemeClr val="tx1"/>
                          </a:solidFill>
                          <a:effectLst/>
                          <a:uFillTx/>
                          <a:latin typeface="ABC Monument Grotesk Thin"/>
                          <a:ea typeface="+mn-ea"/>
                          <a:cs typeface="+mn-cs"/>
                        </a:rPr>
                        <a:t> </a:t>
                      </a:r>
                      <a:r>
                        <a:rPr kumimoji="0" lang="es-ES" sz="1600" b="0" i="0" u="none" strike="noStrike" kern="1200" cap="none" spc="0" normalizeH="0" baseline="0" dirty="0" err="1">
                          <a:ln>
                            <a:noFill/>
                          </a:ln>
                          <a:solidFill>
                            <a:schemeClr val="tx1"/>
                          </a:solidFill>
                          <a:effectLst/>
                          <a:uFillTx/>
                          <a:latin typeface="ABC Monument Grotesk Thin"/>
                          <a:ea typeface="+mn-ea"/>
                          <a:cs typeface="+mn-cs"/>
                        </a:rPr>
                        <a:t>pharetra</a:t>
                      </a:r>
                      <a:r>
                        <a:rPr kumimoji="0" lang="es-ES" sz="1600" b="0" i="0" u="none" strike="noStrike" kern="1200" cap="none" spc="0" normalizeH="0" baseline="0" dirty="0">
                          <a:ln>
                            <a:noFill/>
                          </a:ln>
                          <a:solidFill>
                            <a:schemeClr val="tx1"/>
                          </a:solidFill>
                          <a:effectLst/>
                          <a:uFillTx/>
                          <a:latin typeface="ABC Monument Grotesk Thin"/>
                          <a:ea typeface="+mn-ea"/>
                          <a:cs typeface="+mn-cs"/>
                        </a:rPr>
                        <a:t>. </a:t>
                      </a:r>
                      <a:r>
                        <a:rPr kumimoji="0" lang="es-ES" sz="1600" b="0" i="0" u="none" strike="noStrike" kern="1200" cap="none" spc="0" normalizeH="0" baseline="0" dirty="0" err="1">
                          <a:ln>
                            <a:noFill/>
                          </a:ln>
                          <a:solidFill>
                            <a:schemeClr val="tx1"/>
                          </a:solidFill>
                          <a:effectLst/>
                          <a:uFillTx/>
                          <a:latin typeface="ABC Monument Grotesk Thin"/>
                          <a:ea typeface="+mn-ea"/>
                          <a:cs typeface="+mn-cs"/>
                        </a:rPr>
                        <a:t>Phasellus</a:t>
                      </a:r>
                      <a:r>
                        <a:rPr kumimoji="0" lang="es-ES" sz="1600" b="0" i="0" u="none" strike="noStrike" kern="1200" cap="none" spc="0" normalizeH="0" baseline="0" dirty="0">
                          <a:ln>
                            <a:noFill/>
                          </a:ln>
                          <a:solidFill>
                            <a:schemeClr val="tx1"/>
                          </a:solidFill>
                          <a:effectLst/>
                          <a:uFillTx/>
                          <a:latin typeface="ABC Monument Grotesk Thin"/>
                          <a:ea typeface="+mn-ea"/>
                          <a:cs typeface="+mn-cs"/>
                        </a:rPr>
                        <a:t> </a:t>
                      </a:r>
                      <a:r>
                        <a:rPr kumimoji="0" lang="es-ES" sz="1600" b="0" i="0" u="none" strike="noStrike" kern="1200" cap="none" spc="0" normalizeH="0" baseline="0" dirty="0" err="1">
                          <a:ln>
                            <a:noFill/>
                          </a:ln>
                          <a:solidFill>
                            <a:schemeClr val="tx1"/>
                          </a:solidFill>
                          <a:effectLst/>
                          <a:uFillTx/>
                          <a:latin typeface="ABC Monument Grotesk Thin"/>
                          <a:ea typeface="+mn-ea"/>
                          <a:cs typeface="+mn-cs"/>
                        </a:rPr>
                        <a:t>consectetur</a:t>
                      </a:r>
                      <a:r>
                        <a:rPr kumimoji="0" lang="es-ES" sz="1600" b="0" i="0" u="none" strike="noStrike" kern="1200" cap="none" spc="0" normalizeH="0" baseline="0" dirty="0">
                          <a:ln>
                            <a:noFill/>
                          </a:ln>
                          <a:solidFill>
                            <a:schemeClr val="tx1"/>
                          </a:solidFill>
                          <a:effectLst/>
                          <a:uFillTx/>
                          <a:latin typeface="ABC Monument Grotesk Thin"/>
                          <a:ea typeface="+mn-ea"/>
                          <a:cs typeface="+mn-cs"/>
                        </a:rPr>
                        <a:t> </a:t>
                      </a:r>
                    </a:p>
                    <a:p>
                      <a:pPr marL="182563" marR="0" lvl="0" indent="0" algn="just" defTabSz="1007486" rtl="0" eaLnBrk="1" fontAlgn="auto" latinLnBrk="0" hangingPunct="1">
                        <a:lnSpc>
                          <a:spcPct val="100000"/>
                        </a:lnSpc>
                        <a:spcBef>
                          <a:spcPts val="0"/>
                        </a:spcBef>
                        <a:spcAft>
                          <a:spcPts val="0"/>
                        </a:spcAft>
                        <a:buClrTx/>
                        <a:buSzTx/>
                        <a:buFontTx/>
                        <a:buNone/>
                        <a:tabLst/>
                        <a:defRPr/>
                      </a:pPr>
                      <a:endParaRPr kumimoji="0" lang="es-ES" sz="1100" b="0" i="0" u="none" strike="noStrike" kern="1200" cap="none" spc="0" normalizeH="0" baseline="0" noProof="0" dirty="0">
                        <a:ln>
                          <a:noFill/>
                        </a:ln>
                        <a:solidFill>
                          <a:schemeClr val="tx1"/>
                        </a:solidFill>
                        <a:effectLst/>
                        <a:uFillTx/>
                        <a:latin typeface="ABC Monument Grotesk Thin"/>
                        <a:ea typeface="+mn-ea"/>
                        <a:cs typeface="+mn-cs"/>
                      </a:endParaRPr>
                    </a:p>
                    <a:p>
                      <a:pPr marL="182563" marR="0" lvl="0" indent="0" algn="just" defTabSz="1007486" rtl="0" eaLnBrk="1" fontAlgn="auto" latinLnBrk="0" hangingPunct="1">
                        <a:lnSpc>
                          <a:spcPct val="100000"/>
                        </a:lnSpc>
                        <a:spcBef>
                          <a:spcPts val="0"/>
                        </a:spcBef>
                        <a:spcAft>
                          <a:spcPts val="600"/>
                        </a:spcAft>
                        <a:buClrTx/>
                        <a:buSzTx/>
                        <a:buFontTx/>
                        <a:buNone/>
                        <a:tabLst/>
                        <a:defRPr/>
                      </a:pPr>
                      <a:r>
                        <a:rPr kumimoji="0" lang="es-ES" sz="1100" b="0" i="0" u="none" strike="noStrike" kern="1200" cap="none" spc="0" normalizeH="0" baseline="0" dirty="0">
                          <a:ln>
                            <a:noFill/>
                          </a:ln>
                          <a:solidFill>
                            <a:schemeClr val="tx1"/>
                          </a:solidFill>
                          <a:effectLst/>
                          <a:uFillTx/>
                          <a:latin typeface="ABC Monument Grotesk Thin"/>
                          <a:ea typeface="+mn-ea"/>
                          <a:cs typeface="+mn-cs"/>
                        </a:rPr>
                        <a:t>Lorem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ipsum</a:t>
                      </a:r>
                      <a:r>
                        <a:rPr kumimoji="0" lang="es-ES" sz="1100" b="0" i="0" u="none" strike="noStrike" kern="1200" cap="none" spc="0" normalizeH="0" baseline="0" dirty="0">
                          <a:ln>
                            <a:noFill/>
                          </a:ln>
                          <a:solidFill>
                            <a:schemeClr val="tx1"/>
                          </a:solidFill>
                          <a:effectLst/>
                          <a:uFillTx/>
                          <a:latin typeface="ABC Monument Grotesk Thin"/>
                          <a:ea typeface="+mn-ea"/>
                          <a:cs typeface="+mn-cs"/>
                        </a:rPr>
                        <a:t> dolor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sit</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amet</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consectetur</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adipiscing</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elit</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Praesent</a:t>
                      </a:r>
                      <a:r>
                        <a:rPr kumimoji="0" lang="es-ES" sz="1100" b="0" i="0" u="none" strike="noStrike" kern="1200" cap="none" spc="0" normalizeH="0" baseline="0" dirty="0">
                          <a:ln>
                            <a:noFill/>
                          </a:ln>
                          <a:solidFill>
                            <a:schemeClr val="tx1"/>
                          </a:solidFill>
                          <a:effectLst/>
                          <a:uFillTx/>
                          <a:latin typeface="ABC Monument Grotesk Thin"/>
                          <a:ea typeface="+mn-ea"/>
                          <a:cs typeface="+mn-cs"/>
                        </a:rPr>
                        <a:t> id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enim</a:t>
                      </a:r>
                      <a:r>
                        <a:rPr kumimoji="0" lang="es-ES" sz="1100" b="0" i="0" u="none" strike="noStrike" kern="1200" cap="none" spc="0" normalizeH="0" baseline="0" dirty="0">
                          <a:ln>
                            <a:noFill/>
                          </a:ln>
                          <a:solidFill>
                            <a:schemeClr val="tx1"/>
                          </a:solidFill>
                          <a:effectLst/>
                          <a:uFillTx/>
                          <a:latin typeface="ABC Monument Grotesk Thin"/>
                          <a:ea typeface="+mn-ea"/>
                          <a:cs typeface="+mn-cs"/>
                        </a:rPr>
                        <a:t> sed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lacus</a:t>
                      </a:r>
                      <a:r>
                        <a:rPr kumimoji="0" lang="es-ES" sz="1100" b="0" i="0" u="none" strike="noStrike" kern="1200" cap="none" spc="0" normalizeH="0" baseline="0" dirty="0">
                          <a:ln>
                            <a:noFill/>
                          </a:ln>
                          <a:solidFill>
                            <a:schemeClr val="tx1"/>
                          </a:solidFill>
                          <a:effectLst/>
                          <a:uFillTx/>
                          <a:latin typeface="ABC Monument Grotesk Thin"/>
                          <a:ea typeface="+mn-ea"/>
                          <a:cs typeface="+mn-cs"/>
                        </a:rPr>
                        <a:t> vehicula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cursus</a:t>
                      </a:r>
                      <a:r>
                        <a:rPr kumimoji="0" lang="es-ES" sz="1100" b="0" i="0" u="none" strike="noStrike" kern="1200" cap="none" spc="0" normalizeH="0" baseline="0" dirty="0">
                          <a:ln>
                            <a:noFill/>
                          </a:ln>
                          <a:solidFill>
                            <a:schemeClr val="tx1"/>
                          </a:solidFill>
                          <a:effectLst/>
                          <a:uFillTx/>
                          <a:latin typeface="ABC Monument Grotesk Thin"/>
                          <a:ea typeface="+mn-ea"/>
                          <a:cs typeface="+mn-cs"/>
                        </a:rPr>
                        <a:t> id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eget</a:t>
                      </a:r>
                      <a:r>
                        <a:rPr kumimoji="0" lang="es-ES" sz="1100" b="0" i="0" u="none" strike="noStrike" kern="1200" cap="none" spc="0" normalizeH="0" baseline="0" dirty="0">
                          <a:ln>
                            <a:noFill/>
                          </a:ln>
                          <a:solidFill>
                            <a:schemeClr val="tx1"/>
                          </a:solidFill>
                          <a:effectLst/>
                          <a:uFillTx/>
                          <a:latin typeface="ABC Monument Grotesk Thin"/>
                          <a:ea typeface="+mn-ea"/>
                          <a:cs typeface="+mn-cs"/>
                        </a:rPr>
                        <a:t> neque.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Fusce</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blandit</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eleifend</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pharetra</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Phasellus</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consectetur</a:t>
                      </a:r>
                      <a:r>
                        <a:rPr kumimoji="0" lang="es-ES" sz="1100" b="0" i="0" u="none" strike="noStrike" kern="1200" cap="none" spc="0" normalizeH="0" baseline="0" dirty="0">
                          <a:ln>
                            <a:noFill/>
                          </a:ln>
                          <a:solidFill>
                            <a:schemeClr val="tx1"/>
                          </a:solidFill>
                          <a:effectLst/>
                          <a:uFillTx/>
                          <a:latin typeface="ABC Monument Grotesk Thin"/>
                          <a:ea typeface="+mn-ea"/>
                          <a:cs typeface="+mn-cs"/>
                        </a:rPr>
                        <a:t> id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purus</a:t>
                      </a:r>
                      <a:r>
                        <a:rPr kumimoji="0" lang="es-ES" sz="1100" b="0" i="0" u="none" strike="noStrike" kern="1200" cap="none" spc="0" normalizeH="0" baseline="0" dirty="0">
                          <a:ln>
                            <a:noFill/>
                          </a:ln>
                          <a:solidFill>
                            <a:schemeClr val="tx1"/>
                          </a:solidFill>
                          <a:effectLst/>
                          <a:uFillTx/>
                          <a:latin typeface="ABC Monument Grotesk Thin"/>
                          <a:ea typeface="+mn-ea"/>
                          <a:cs typeface="+mn-cs"/>
                        </a:rPr>
                        <a:t> in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bibendum</a:t>
                      </a:r>
                      <a:r>
                        <a:rPr kumimoji="0" lang="es-ES" sz="1100" b="0" i="0" u="none" strike="noStrike" kern="1200" cap="none" spc="0" normalizeH="0" baseline="0" dirty="0">
                          <a:ln>
                            <a:noFill/>
                          </a:ln>
                          <a:solidFill>
                            <a:schemeClr val="tx1"/>
                          </a:solidFill>
                          <a:effectLst/>
                          <a:uFillTx/>
                          <a:latin typeface="ABC Monument Grotesk Thin"/>
                          <a:ea typeface="+mn-ea"/>
                          <a:cs typeface="+mn-cs"/>
                        </a:rPr>
                        <a:t>. Quisque ornare, nunc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vel</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faucibus</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fringilla</a:t>
                      </a:r>
                      <a:r>
                        <a:rPr kumimoji="0" lang="es-ES" sz="1100" b="0" i="0" u="none" strike="noStrike" kern="1200" cap="none" spc="0" normalizeH="0" baseline="0" dirty="0">
                          <a:ln>
                            <a:noFill/>
                          </a:ln>
                          <a:solidFill>
                            <a:schemeClr val="tx1"/>
                          </a:solidFill>
                          <a:effectLst/>
                          <a:uFillTx/>
                          <a:latin typeface="ABC Monument Grotesk Thin"/>
                          <a:ea typeface="+mn-ea"/>
                          <a:cs typeface="+mn-cs"/>
                        </a:rPr>
                        <a:t>, ex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sem</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convallis</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lectus</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eu</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maximus</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dui</a:t>
                      </a:r>
                      <a:r>
                        <a:rPr kumimoji="0" lang="es-ES" sz="1100" b="0" i="0" u="none" strike="noStrike" kern="1200" cap="none" spc="0" normalizeH="0" baseline="0" dirty="0">
                          <a:ln>
                            <a:noFill/>
                          </a:ln>
                          <a:solidFill>
                            <a:schemeClr val="tx1"/>
                          </a:solidFill>
                          <a:effectLst/>
                          <a:uFillTx/>
                          <a:latin typeface="ABC Monument Grotesk Thin"/>
                          <a:ea typeface="+mn-ea"/>
                          <a:cs typeface="+mn-cs"/>
                        </a:rPr>
                        <a:t> justo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eu</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lorem</a:t>
                      </a:r>
                      <a:r>
                        <a:rPr kumimoji="0" lang="es-ES" sz="1100" b="0" i="0" u="none" strike="noStrike" kern="1200" cap="none" spc="0" normalizeH="0" baseline="0" dirty="0">
                          <a:ln>
                            <a:noFill/>
                          </a:ln>
                          <a:solidFill>
                            <a:schemeClr val="tx1"/>
                          </a:solidFill>
                          <a:effectLst/>
                          <a:uFillTx/>
                          <a:latin typeface="ABC Monument Grotesk Thin"/>
                          <a:ea typeface="+mn-ea"/>
                          <a:cs typeface="+mn-cs"/>
                        </a:rPr>
                        <a:t>. Sed lacinia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est</a:t>
                      </a:r>
                      <a:r>
                        <a:rPr kumimoji="0" lang="es-ES" sz="1100" b="0" i="0" u="none" strike="noStrike" kern="1200" cap="none" spc="0" normalizeH="0" baseline="0" dirty="0">
                          <a:ln>
                            <a:noFill/>
                          </a:ln>
                          <a:solidFill>
                            <a:schemeClr val="tx1"/>
                          </a:solidFill>
                          <a:effectLst/>
                          <a:uFillTx/>
                          <a:latin typeface="ABC Monument Grotesk Thin"/>
                          <a:ea typeface="+mn-ea"/>
                          <a:cs typeface="+mn-cs"/>
                        </a:rPr>
                        <a:t> et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eleifend</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mattis</a:t>
                      </a:r>
                      <a:r>
                        <a:rPr kumimoji="0" lang="es-ES" sz="1100" b="0" i="0" u="none" strike="noStrike" kern="1200" cap="none" spc="0" normalizeH="0" baseline="0" dirty="0">
                          <a:ln>
                            <a:noFill/>
                          </a:ln>
                          <a:solidFill>
                            <a:schemeClr val="tx1"/>
                          </a:solidFill>
                          <a:effectLst/>
                          <a:uFillTx/>
                          <a:latin typeface="ABC Monument Grotesk Thin"/>
                          <a:ea typeface="+mn-ea"/>
                          <a:cs typeface="+mn-cs"/>
                        </a:rPr>
                        <a:t>. Sed in urna sed justo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iaculis</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gravida</a:t>
                      </a:r>
                      <a:r>
                        <a:rPr kumimoji="0" lang="es-ES" sz="1100" b="0" i="0" u="none" strike="noStrike" kern="1200" cap="none" spc="0" normalizeH="0" baseline="0" dirty="0">
                          <a:ln>
                            <a:noFill/>
                          </a:ln>
                          <a:solidFill>
                            <a:schemeClr val="tx1"/>
                          </a:solidFill>
                          <a:effectLst/>
                          <a:uFillTx/>
                          <a:latin typeface="ABC Monument Grotesk Thin"/>
                          <a:ea typeface="+mn-ea"/>
                          <a:cs typeface="+mn-cs"/>
                        </a:rPr>
                        <a:t> in ut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quam</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Proin</a:t>
                      </a:r>
                      <a:r>
                        <a:rPr kumimoji="0" lang="es-ES" sz="1100" b="0" i="0" u="none" strike="noStrike" kern="1200" cap="none" spc="0" normalizeH="0" baseline="0" dirty="0">
                          <a:ln>
                            <a:noFill/>
                          </a:ln>
                          <a:solidFill>
                            <a:schemeClr val="tx1"/>
                          </a:solidFill>
                          <a:effectLst/>
                          <a:uFillTx/>
                          <a:latin typeface="ABC Monument Grotesk Thin"/>
                          <a:ea typeface="+mn-ea"/>
                          <a:cs typeface="+mn-cs"/>
                        </a:rPr>
                        <a:t> porta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enim</a:t>
                      </a:r>
                      <a:r>
                        <a:rPr kumimoji="0" lang="es-ES" sz="1100" b="0" i="0" u="none" strike="noStrike" kern="1200" cap="none" spc="0" normalizeH="0" baseline="0" dirty="0">
                          <a:ln>
                            <a:noFill/>
                          </a:ln>
                          <a:solidFill>
                            <a:schemeClr val="tx1"/>
                          </a:solidFill>
                          <a:effectLst/>
                          <a:uFillTx/>
                          <a:latin typeface="ABC Monument Grotesk Thin"/>
                          <a:ea typeface="+mn-ea"/>
                          <a:cs typeface="+mn-cs"/>
                        </a:rPr>
                        <a:t> et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sodales</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rutrum</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Donec</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sem</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erat</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bibendum</a:t>
                      </a:r>
                      <a:r>
                        <a:rPr kumimoji="0" lang="es-ES" sz="1100" b="0" i="0" u="none" strike="noStrike" kern="1200" cap="none" spc="0" normalizeH="0" baseline="0" dirty="0">
                          <a:ln>
                            <a:noFill/>
                          </a:ln>
                          <a:solidFill>
                            <a:schemeClr val="tx1"/>
                          </a:solidFill>
                          <a:effectLst/>
                          <a:uFillTx/>
                          <a:latin typeface="ABC Monument Grotesk Thin"/>
                          <a:ea typeface="+mn-ea"/>
                          <a:cs typeface="+mn-cs"/>
                        </a:rPr>
                        <a:t> quis odio ac,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tincidunt</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finibus</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arcu</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Praesent</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nisl</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augue</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condimentum</a:t>
                      </a:r>
                      <a:r>
                        <a:rPr kumimoji="0" lang="es-ES" sz="1100" b="0" i="0" u="none" strike="noStrike" kern="1200" cap="none" spc="0" normalizeH="0" baseline="0" dirty="0">
                          <a:ln>
                            <a:noFill/>
                          </a:ln>
                          <a:solidFill>
                            <a:schemeClr val="tx1"/>
                          </a:solidFill>
                          <a:effectLst/>
                          <a:uFillTx/>
                          <a:latin typeface="ABC Monument Grotesk Thin"/>
                          <a:ea typeface="+mn-ea"/>
                          <a:cs typeface="+mn-cs"/>
                        </a:rPr>
                        <a:t> in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arcu</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sit</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amet</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hendrerit</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ultricies</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felis</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p>
                    <a:p>
                      <a:pPr marL="182563" marR="0" lvl="0" indent="0" algn="just" defTabSz="1007486" rtl="0" eaLnBrk="1" fontAlgn="auto" latinLnBrk="0" hangingPunct="1">
                        <a:lnSpc>
                          <a:spcPct val="100000"/>
                        </a:lnSpc>
                        <a:spcBef>
                          <a:spcPts val="0"/>
                        </a:spcBef>
                        <a:spcAft>
                          <a:spcPts val="600"/>
                        </a:spcAft>
                        <a:buClrTx/>
                        <a:buSzTx/>
                        <a:buFontTx/>
                        <a:buNone/>
                        <a:tabLst/>
                        <a:defRPr/>
                      </a:pPr>
                      <a:r>
                        <a:rPr kumimoji="0" lang="es-ES" sz="1100" b="0" i="0" u="none" strike="noStrike" kern="1200" cap="none" spc="0" normalizeH="0" baseline="0" dirty="0">
                          <a:ln>
                            <a:noFill/>
                          </a:ln>
                          <a:solidFill>
                            <a:schemeClr val="tx1"/>
                          </a:solidFill>
                          <a:effectLst/>
                          <a:uFillTx/>
                          <a:latin typeface="ABC Monument Grotesk Thin"/>
                          <a:ea typeface="+mn-ea"/>
                          <a:cs typeface="+mn-cs"/>
                        </a:rPr>
                        <a:t>En la desvinculación, no están lo suficientemente definidos los mecanismos y responsabilidades para verificar la </a:t>
                      </a:r>
                      <a:r>
                        <a:rPr kumimoji="0" lang="es-ES" sz="1100" b="0" i="0" u="none" strike="noStrike" kern="1200" cap="none" spc="0" normalizeH="0" baseline="0" dirty="0">
                          <a:ln>
                            <a:noFill/>
                          </a:ln>
                          <a:solidFill>
                            <a:schemeClr val="tx1"/>
                          </a:solidFill>
                          <a:effectLst/>
                          <a:uFillTx/>
                          <a:latin typeface="ABC Monument Grotesk Medium" panose="020B0604040202060203" pitchFamily="34" charset="0"/>
                          <a:ea typeface="+mn-ea"/>
                          <a:cs typeface="+mn-cs"/>
                        </a:rPr>
                        <a:t>devolución o destrucción de la información de datos de clientes </a:t>
                      </a:r>
                      <a:r>
                        <a:rPr kumimoji="0" lang="es-ES" sz="1100" b="0" i="0" u="none" strike="noStrike" kern="1200" cap="none" spc="0" normalizeH="0" baseline="0" dirty="0">
                          <a:ln>
                            <a:noFill/>
                          </a:ln>
                          <a:solidFill>
                            <a:schemeClr val="tx1"/>
                          </a:solidFill>
                          <a:effectLst/>
                          <a:uFillTx/>
                          <a:latin typeface="ABC Monument Grotesk Thin"/>
                          <a:ea typeface="+mn-ea"/>
                          <a:cs typeface="+mn-cs"/>
                        </a:rPr>
                        <a:t>y la </a:t>
                      </a:r>
                      <a:r>
                        <a:rPr kumimoji="0" lang="es-ES" sz="1100" b="0" i="0" u="none" strike="noStrike" kern="1200" cap="none" spc="0" normalizeH="0" baseline="0" dirty="0">
                          <a:ln>
                            <a:noFill/>
                          </a:ln>
                          <a:solidFill>
                            <a:schemeClr val="tx1"/>
                          </a:solidFill>
                          <a:effectLst/>
                          <a:uFillTx/>
                          <a:latin typeface="ABC Monument Grotesk Medium" panose="020B0604040202060203" pitchFamily="34" charset="0"/>
                          <a:ea typeface="+mn-ea"/>
                          <a:cs typeface="+mn-cs"/>
                        </a:rPr>
                        <a:t>desconexión de accesos e integraciones </a:t>
                      </a:r>
                      <a:r>
                        <a:rPr kumimoji="0" lang="es-ES" sz="1100" b="0" i="0" u="none" strike="noStrike" kern="1200" cap="none" spc="0" normalizeH="0" baseline="0" dirty="0">
                          <a:ln>
                            <a:noFill/>
                          </a:ln>
                          <a:solidFill>
                            <a:schemeClr val="tx1"/>
                          </a:solidFill>
                          <a:effectLst/>
                          <a:uFillTx/>
                          <a:latin typeface="ABC Monument Grotesk Thin"/>
                          <a:ea typeface="+mn-ea"/>
                          <a:cs typeface="+mn-cs"/>
                        </a:rPr>
                        <a:t>de los terceros.</a:t>
                      </a:r>
                    </a:p>
                    <a:p>
                      <a:pPr marL="182563" marR="0" lvl="0" indent="0" algn="just" defTabSz="1007486" rtl="0" eaLnBrk="1" fontAlgn="auto" latinLnBrk="0" hangingPunct="1">
                        <a:lnSpc>
                          <a:spcPct val="100000"/>
                        </a:lnSpc>
                        <a:spcBef>
                          <a:spcPts val="0"/>
                        </a:spcBef>
                        <a:spcAft>
                          <a:spcPts val="600"/>
                        </a:spcAft>
                        <a:buClrTx/>
                        <a:buSzTx/>
                        <a:buFontTx/>
                        <a:buNone/>
                        <a:tabLst/>
                        <a:defRPr/>
                      </a:pPr>
                      <a:endParaRPr kumimoji="0" lang="es-ES" sz="1100" b="0" i="0" u="none" strike="noStrike" kern="1200" cap="none" spc="0" normalizeH="0" baseline="0" dirty="0">
                        <a:ln>
                          <a:noFill/>
                        </a:ln>
                        <a:solidFill>
                          <a:schemeClr val="tx1"/>
                        </a:solidFill>
                        <a:effectLst/>
                        <a:uFillTx/>
                        <a:latin typeface="ABC Monument Grotesk Thin"/>
                        <a:ea typeface="+mn-ea"/>
                        <a:cs typeface="+mn-cs"/>
                      </a:endParaRPr>
                    </a:p>
                    <a:p>
                      <a:pPr marL="182563" marR="0" lvl="0" indent="0" algn="just" defTabSz="1007486" rtl="0" eaLnBrk="1" fontAlgn="auto" latinLnBrk="0" hangingPunct="1">
                        <a:lnSpc>
                          <a:spcPct val="100000"/>
                        </a:lnSpc>
                        <a:spcBef>
                          <a:spcPts val="0"/>
                        </a:spcBef>
                        <a:spcAft>
                          <a:spcPts val="600"/>
                        </a:spcAft>
                        <a:buClrTx/>
                        <a:buSzTx/>
                        <a:buFontTx/>
                        <a:buNone/>
                        <a:tabLst/>
                        <a:defRPr/>
                      </a:pPr>
                      <a:r>
                        <a:rPr kumimoji="0" lang="es-ES" sz="1100" b="0" i="1"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rPr>
                        <a:t>A Lorem </a:t>
                      </a:r>
                      <a:r>
                        <a:rPr kumimoji="0" lang="es-ES" sz="1100" b="0" i="1"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rPr>
                        <a:t>ipsum</a:t>
                      </a:r>
                      <a:r>
                        <a:rPr kumimoji="0" lang="es-ES" sz="1100" b="0" i="1"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rPr>
                        <a:t> dolor </a:t>
                      </a:r>
                      <a:r>
                        <a:rPr kumimoji="0" lang="es-ES" sz="1100" b="0" i="1"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rPr>
                        <a:t>sit</a:t>
                      </a:r>
                      <a:r>
                        <a:rPr kumimoji="0" lang="es-ES" sz="1100" b="0" i="1"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rPr>
                        <a:t> </a:t>
                      </a:r>
                      <a:r>
                        <a:rPr kumimoji="0" lang="es-ES" sz="1100" b="0" i="1"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rPr>
                        <a:t>amet</a:t>
                      </a:r>
                      <a:r>
                        <a:rPr kumimoji="0" lang="es-ES" sz="1100" b="0" i="1"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rPr>
                        <a:t>, </a:t>
                      </a:r>
                      <a:r>
                        <a:rPr kumimoji="0" lang="es-ES" sz="1100" b="0" i="1"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rPr>
                        <a:t>consectetur</a:t>
                      </a:r>
                      <a:r>
                        <a:rPr kumimoji="0" lang="es-ES" sz="1100" b="0" i="1"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rPr>
                        <a:t> </a:t>
                      </a:r>
                      <a:r>
                        <a:rPr kumimoji="0" lang="es-ES" sz="1100" b="0" i="1"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rPr>
                        <a:t>adipiscing</a:t>
                      </a:r>
                      <a:r>
                        <a:rPr kumimoji="0" lang="es-ES" sz="1100" b="0" i="1"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rPr>
                        <a:t> </a:t>
                      </a:r>
                      <a:r>
                        <a:rPr kumimoji="0" lang="es-ES" sz="1100" b="0" i="1"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rPr>
                        <a:t>elit</a:t>
                      </a:r>
                      <a:r>
                        <a:rPr kumimoji="0" lang="es-ES" sz="1100" b="0" i="1"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rPr>
                        <a:t>.:</a:t>
                      </a:r>
                    </a:p>
                    <a:p>
                      <a:pPr marL="360363" marR="0" lvl="0" indent="0" algn="just" defTabSz="1007486" rtl="0" eaLnBrk="1" fontAlgn="auto" latinLnBrk="0" hangingPunct="1">
                        <a:lnSpc>
                          <a:spcPct val="100000"/>
                        </a:lnSpc>
                        <a:spcBef>
                          <a:spcPts val="0"/>
                        </a:spcBef>
                        <a:spcAft>
                          <a:spcPts val="600"/>
                        </a:spcAft>
                        <a:buClrTx/>
                        <a:buSzTx/>
                        <a:buFontTx/>
                        <a:buNone/>
                        <a:tabLst>
                          <a:tab pos="355600" algn="l"/>
                        </a:tabLst>
                        <a:defRPr/>
                      </a:pPr>
                      <a:r>
                        <a:rPr kumimoji="0" lang="es-ES" sz="1100" b="0" i="1" u="none" strike="noStrike" kern="1200" cap="none" spc="0" normalizeH="0" baseline="0" dirty="0">
                          <a:ln>
                            <a:noFill/>
                          </a:ln>
                          <a:solidFill>
                            <a:schemeClr val="tx1"/>
                          </a:solidFill>
                          <a:effectLst/>
                          <a:uFillTx/>
                          <a:latin typeface="ABC Monument Grotesk Thin"/>
                          <a:ea typeface="+mn-ea"/>
                          <a:cs typeface="+mn-cs"/>
                        </a:rPr>
                        <a:t>/ Lorem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ipsum</a:t>
                      </a:r>
                      <a:r>
                        <a:rPr kumimoji="0" lang="es-ES" sz="1100" b="0" i="1" u="none" strike="noStrike" kern="1200" cap="none" spc="0" normalizeH="0" baseline="0" dirty="0">
                          <a:ln>
                            <a:noFill/>
                          </a:ln>
                          <a:solidFill>
                            <a:schemeClr val="tx1"/>
                          </a:solidFill>
                          <a:effectLst/>
                          <a:uFillTx/>
                          <a:latin typeface="ABC Monument Grotesk Thin"/>
                          <a:ea typeface="+mn-ea"/>
                          <a:cs typeface="+mn-cs"/>
                        </a:rPr>
                        <a:t> dolor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sit</a:t>
                      </a:r>
                      <a:r>
                        <a:rPr kumimoji="0" lang="es-ES" sz="1100" b="0" i="1" u="none" strike="noStrike" kern="1200" cap="none" spc="0" normalizeH="0" baseline="0" dirty="0">
                          <a:ln>
                            <a:noFill/>
                          </a:ln>
                          <a:solidFill>
                            <a:schemeClr val="tx1"/>
                          </a:solidFill>
                          <a:effectLst/>
                          <a:uFillTx/>
                          <a:latin typeface="ABC Monument Grotesk Thin"/>
                          <a:ea typeface="+mn-ea"/>
                          <a:cs typeface="+mn-cs"/>
                        </a:rPr>
                        <a:t>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amet</a:t>
                      </a:r>
                      <a:r>
                        <a:rPr kumimoji="0" lang="es-ES" sz="1100" b="0" i="1" u="none" strike="noStrike" kern="1200" cap="none" spc="0" normalizeH="0" baseline="0" dirty="0">
                          <a:ln>
                            <a:noFill/>
                          </a:ln>
                          <a:solidFill>
                            <a:schemeClr val="tx1"/>
                          </a:solidFill>
                          <a:effectLst/>
                          <a:uFillTx/>
                          <a:latin typeface="ABC Monument Grotesk Thin"/>
                          <a:ea typeface="+mn-ea"/>
                          <a:cs typeface="+mn-cs"/>
                        </a:rPr>
                        <a:t>,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consectetur</a:t>
                      </a:r>
                      <a:r>
                        <a:rPr kumimoji="0" lang="es-ES" sz="1100" b="0" i="1" u="none" strike="noStrike" kern="1200" cap="none" spc="0" normalizeH="0" baseline="0" dirty="0">
                          <a:ln>
                            <a:noFill/>
                          </a:ln>
                          <a:solidFill>
                            <a:schemeClr val="tx1"/>
                          </a:solidFill>
                          <a:effectLst/>
                          <a:uFillTx/>
                          <a:latin typeface="ABC Monument Grotesk Thin"/>
                          <a:ea typeface="+mn-ea"/>
                          <a:cs typeface="+mn-cs"/>
                        </a:rPr>
                        <a:t>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adipiscing</a:t>
                      </a:r>
                      <a:r>
                        <a:rPr kumimoji="0" lang="es-ES" sz="1100" b="0" i="1" u="none" strike="noStrike" kern="1200" cap="none" spc="0" normalizeH="0" baseline="0" dirty="0">
                          <a:ln>
                            <a:noFill/>
                          </a:ln>
                          <a:solidFill>
                            <a:schemeClr val="tx1"/>
                          </a:solidFill>
                          <a:effectLst/>
                          <a:uFillTx/>
                          <a:latin typeface="ABC Monument Grotesk Thin"/>
                          <a:ea typeface="+mn-ea"/>
                          <a:cs typeface="+mn-cs"/>
                        </a:rPr>
                        <a:t>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elit</a:t>
                      </a:r>
                      <a:r>
                        <a:rPr kumimoji="0" lang="es-ES" sz="1100" b="0" i="1" u="none" strike="noStrike" kern="1200" cap="none" spc="0" normalizeH="0" baseline="0" dirty="0">
                          <a:ln>
                            <a:noFill/>
                          </a:ln>
                          <a:solidFill>
                            <a:schemeClr val="tx1"/>
                          </a:solidFill>
                          <a:effectLst/>
                          <a:uFillTx/>
                          <a:latin typeface="ABC Monument Grotesk Thin"/>
                          <a:ea typeface="+mn-ea"/>
                          <a:cs typeface="+mn-cs"/>
                        </a:rPr>
                        <a:t>.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Praesent</a:t>
                      </a:r>
                      <a:r>
                        <a:rPr kumimoji="0" lang="es-ES" sz="1100" b="0" i="1" u="none" strike="noStrike" kern="1200" cap="none" spc="0" normalizeH="0" baseline="0" dirty="0">
                          <a:ln>
                            <a:noFill/>
                          </a:ln>
                          <a:solidFill>
                            <a:schemeClr val="tx1"/>
                          </a:solidFill>
                          <a:effectLst/>
                          <a:uFillTx/>
                          <a:latin typeface="ABC Monument Grotesk Thin"/>
                          <a:ea typeface="+mn-ea"/>
                          <a:cs typeface="+mn-cs"/>
                        </a:rPr>
                        <a:t> id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enim</a:t>
                      </a:r>
                      <a:r>
                        <a:rPr kumimoji="0" lang="es-ES" sz="1100" b="0" i="1" u="none" strike="noStrike" kern="1200" cap="none" spc="0" normalizeH="0" baseline="0" dirty="0">
                          <a:ln>
                            <a:noFill/>
                          </a:ln>
                          <a:solidFill>
                            <a:schemeClr val="tx1"/>
                          </a:solidFill>
                          <a:effectLst/>
                          <a:uFillTx/>
                          <a:latin typeface="ABC Monument Grotesk Thin"/>
                          <a:ea typeface="+mn-ea"/>
                          <a:cs typeface="+mn-cs"/>
                        </a:rPr>
                        <a:t> sed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lacus</a:t>
                      </a:r>
                      <a:r>
                        <a:rPr kumimoji="0" lang="es-ES" sz="1100" b="0" i="1" u="none" strike="noStrike" kern="1200" cap="none" spc="0" normalizeH="0" baseline="0" dirty="0">
                          <a:ln>
                            <a:noFill/>
                          </a:ln>
                          <a:solidFill>
                            <a:schemeClr val="tx1"/>
                          </a:solidFill>
                          <a:effectLst/>
                          <a:uFillTx/>
                          <a:latin typeface="ABC Monument Grotesk Thin"/>
                          <a:ea typeface="+mn-ea"/>
                          <a:cs typeface="+mn-cs"/>
                        </a:rPr>
                        <a:t> vehicula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cursus</a:t>
                      </a:r>
                      <a:r>
                        <a:rPr kumimoji="0" lang="es-ES" sz="1100" b="0" i="1" u="none" strike="noStrike" kern="1200" cap="none" spc="0" normalizeH="0" baseline="0" dirty="0">
                          <a:ln>
                            <a:noFill/>
                          </a:ln>
                          <a:solidFill>
                            <a:schemeClr val="tx1"/>
                          </a:solidFill>
                          <a:effectLst/>
                          <a:uFillTx/>
                          <a:latin typeface="ABC Monument Grotesk Thin"/>
                          <a:ea typeface="+mn-ea"/>
                          <a:cs typeface="+mn-cs"/>
                        </a:rPr>
                        <a:t> id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eget</a:t>
                      </a:r>
                      <a:r>
                        <a:rPr kumimoji="0" lang="es-ES" sz="1100" b="0" i="1" u="none" strike="noStrike" kern="1200" cap="none" spc="0" normalizeH="0" baseline="0" dirty="0">
                          <a:ln>
                            <a:noFill/>
                          </a:ln>
                          <a:solidFill>
                            <a:schemeClr val="tx1"/>
                          </a:solidFill>
                          <a:effectLst/>
                          <a:uFillTx/>
                          <a:latin typeface="ABC Monument Grotesk Thin"/>
                          <a:ea typeface="+mn-ea"/>
                          <a:cs typeface="+mn-cs"/>
                        </a:rPr>
                        <a:t> neque.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Fusce</a:t>
                      </a:r>
                      <a:r>
                        <a:rPr kumimoji="0" lang="es-ES" sz="1100" b="0" i="1" u="none" strike="noStrike" kern="1200" cap="none" spc="0" normalizeH="0" baseline="0" dirty="0">
                          <a:ln>
                            <a:noFill/>
                          </a:ln>
                          <a:solidFill>
                            <a:schemeClr val="tx1"/>
                          </a:solidFill>
                          <a:effectLst/>
                          <a:uFillTx/>
                          <a:latin typeface="ABC Monument Grotesk Thin"/>
                          <a:ea typeface="+mn-ea"/>
                          <a:cs typeface="+mn-cs"/>
                        </a:rPr>
                        <a:t>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blandit</a:t>
                      </a:r>
                      <a:r>
                        <a:rPr kumimoji="0" lang="es-ES" sz="1100" b="0" i="1" u="none" strike="noStrike" kern="1200" cap="none" spc="0" normalizeH="0" baseline="0" dirty="0">
                          <a:ln>
                            <a:noFill/>
                          </a:ln>
                          <a:solidFill>
                            <a:schemeClr val="tx1"/>
                          </a:solidFill>
                          <a:effectLst/>
                          <a:uFillTx/>
                          <a:latin typeface="ABC Monument Grotesk Thin"/>
                          <a:ea typeface="+mn-ea"/>
                          <a:cs typeface="+mn-cs"/>
                        </a:rPr>
                        <a:t>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eleifend</a:t>
                      </a:r>
                      <a:r>
                        <a:rPr kumimoji="0" lang="es-ES" sz="1100" b="0" i="1" u="none" strike="noStrike" kern="1200" cap="none" spc="0" normalizeH="0" baseline="0" dirty="0">
                          <a:ln>
                            <a:noFill/>
                          </a:ln>
                          <a:solidFill>
                            <a:schemeClr val="tx1"/>
                          </a:solidFill>
                          <a:effectLst/>
                          <a:uFillTx/>
                          <a:latin typeface="ABC Monument Grotesk Thin"/>
                          <a:ea typeface="+mn-ea"/>
                          <a:cs typeface="+mn-cs"/>
                        </a:rPr>
                        <a:t>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pharetra</a:t>
                      </a:r>
                      <a:r>
                        <a:rPr kumimoji="0" lang="es-ES" sz="1100" b="0" i="1" u="none" strike="noStrike" kern="1200" cap="none" spc="0" normalizeH="0" baseline="0" dirty="0">
                          <a:ln>
                            <a:noFill/>
                          </a:ln>
                          <a:solidFill>
                            <a:schemeClr val="tx1"/>
                          </a:solidFill>
                          <a:effectLst/>
                          <a:uFillTx/>
                          <a:latin typeface="ABC Monument Grotesk Thin"/>
                          <a:ea typeface="+mn-ea"/>
                          <a:cs typeface="+mn-cs"/>
                        </a:rPr>
                        <a:t>.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Phasellus</a:t>
                      </a:r>
                      <a:r>
                        <a:rPr kumimoji="0" lang="es-ES" sz="1100" b="0" i="1" u="none" strike="noStrike" kern="1200" cap="none" spc="0" normalizeH="0" baseline="0" dirty="0">
                          <a:ln>
                            <a:noFill/>
                          </a:ln>
                          <a:solidFill>
                            <a:schemeClr val="tx1"/>
                          </a:solidFill>
                          <a:effectLst/>
                          <a:uFillTx/>
                          <a:latin typeface="ABC Monument Grotesk Thin"/>
                          <a:ea typeface="+mn-ea"/>
                          <a:cs typeface="+mn-cs"/>
                        </a:rPr>
                        <a:t>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consectetur</a:t>
                      </a:r>
                      <a:r>
                        <a:rPr kumimoji="0" lang="es-ES" sz="1100" b="0" i="1" u="none" strike="noStrike" kern="1200" cap="none" spc="0" normalizeH="0" baseline="0" dirty="0">
                          <a:ln>
                            <a:noFill/>
                          </a:ln>
                          <a:solidFill>
                            <a:schemeClr val="tx1"/>
                          </a:solidFill>
                          <a:effectLst/>
                          <a:uFillTx/>
                          <a:latin typeface="ABC Monument Grotesk Thin"/>
                          <a:ea typeface="+mn-ea"/>
                          <a:cs typeface="+mn-cs"/>
                        </a:rPr>
                        <a:t> id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purus</a:t>
                      </a:r>
                      <a:r>
                        <a:rPr kumimoji="0" lang="es-ES" sz="1100" b="0" i="1" u="none" strike="noStrike" kern="1200" cap="none" spc="0" normalizeH="0" baseline="0" dirty="0">
                          <a:ln>
                            <a:noFill/>
                          </a:ln>
                          <a:solidFill>
                            <a:schemeClr val="tx1"/>
                          </a:solidFill>
                          <a:effectLst/>
                          <a:uFillTx/>
                          <a:latin typeface="ABC Monument Grotesk Thin"/>
                          <a:ea typeface="+mn-ea"/>
                          <a:cs typeface="+mn-cs"/>
                        </a:rPr>
                        <a:t> in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bibendum</a:t>
                      </a:r>
                      <a:r>
                        <a:rPr kumimoji="0" lang="es-ES" sz="1100" b="0" i="1" u="none" strike="noStrike" kern="1200" cap="none" spc="0" normalizeH="0" baseline="0" dirty="0">
                          <a:ln>
                            <a:noFill/>
                          </a:ln>
                          <a:solidFill>
                            <a:schemeClr val="tx1"/>
                          </a:solidFill>
                          <a:effectLst/>
                          <a:uFillTx/>
                          <a:latin typeface="ABC Monument Grotesk Thin"/>
                          <a:ea typeface="+mn-ea"/>
                          <a:cs typeface="+mn-cs"/>
                        </a:rPr>
                        <a:t>. Quisque ornare, nunc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vel</a:t>
                      </a:r>
                      <a:r>
                        <a:rPr kumimoji="0" lang="es-ES" sz="1100" b="0" i="1" u="none" strike="noStrike" kern="1200" cap="none" spc="0" normalizeH="0" baseline="0" dirty="0">
                          <a:ln>
                            <a:noFill/>
                          </a:ln>
                          <a:solidFill>
                            <a:schemeClr val="tx1"/>
                          </a:solidFill>
                          <a:effectLst/>
                          <a:uFillTx/>
                          <a:latin typeface="ABC Monument Grotesk Thin"/>
                          <a:ea typeface="+mn-ea"/>
                          <a:cs typeface="+mn-cs"/>
                        </a:rPr>
                        <a:t>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faucibus</a:t>
                      </a:r>
                      <a:r>
                        <a:rPr kumimoji="0" lang="es-ES" sz="1100" b="0" i="1" u="none" strike="noStrike" kern="1200" cap="none" spc="0" normalizeH="0" baseline="0" dirty="0">
                          <a:ln>
                            <a:noFill/>
                          </a:ln>
                          <a:solidFill>
                            <a:schemeClr val="tx1"/>
                          </a:solidFill>
                          <a:effectLst/>
                          <a:uFillTx/>
                          <a:latin typeface="ABC Monument Grotesk Thin"/>
                          <a:ea typeface="+mn-ea"/>
                          <a:cs typeface="+mn-cs"/>
                        </a:rPr>
                        <a:t>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fringilla</a:t>
                      </a:r>
                      <a:r>
                        <a:rPr kumimoji="0" lang="es-ES" sz="1100" b="0" i="1" u="none" strike="noStrike" kern="1200" cap="none" spc="0" normalizeH="0" baseline="0" dirty="0">
                          <a:ln>
                            <a:noFill/>
                          </a:ln>
                          <a:solidFill>
                            <a:schemeClr val="tx1"/>
                          </a:solidFill>
                          <a:effectLst/>
                          <a:uFillTx/>
                          <a:latin typeface="ABC Monument Grotesk Thin"/>
                          <a:ea typeface="+mn-ea"/>
                          <a:cs typeface="+mn-cs"/>
                        </a:rPr>
                        <a:t>, ex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sem</a:t>
                      </a:r>
                      <a:r>
                        <a:rPr kumimoji="0" lang="es-ES" sz="1100" b="0" i="1" u="none" strike="noStrike" kern="1200" cap="none" spc="0" normalizeH="0" baseline="0" dirty="0">
                          <a:ln>
                            <a:noFill/>
                          </a:ln>
                          <a:solidFill>
                            <a:schemeClr val="tx1"/>
                          </a:solidFill>
                          <a:effectLst/>
                          <a:uFillTx/>
                          <a:latin typeface="ABC Monument Grotesk Thin"/>
                          <a:ea typeface="+mn-ea"/>
                          <a:cs typeface="+mn-cs"/>
                        </a:rPr>
                        <a:t>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convallis</a:t>
                      </a:r>
                      <a:r>
                        <a:rPr kumimoji="0" lang="es-ES" sz="1100" b="0" i="1" u="none" strike="noStrike" kern="1200" cap="none" spc="0" normalizeH="0" baseline="0" dirty="0">
                          <a:ln>
                            <a:noFill/>
                          </a:ln>
                          <a:solidFill>
                            <a:schemeClr val="tx1"/>
                          </a:solidFill>
                          <a:effectLst/>
                          <a:uFillTx/>
                          <a:latin typeface="ABC Monument Grotesk Thin"/>
                          <a:ea typeface="+mn-ea"/>
                          <a:cs typeface="+mn-cs"/>
                        </a:rPr>
                        <a:t>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lectus</a:t>
                      </a:r>
                      <a:r>
                        <a:rPr kumimoji="0" lang="es-ES" sz="1100" b="0" i="1" u="none" strike="noStrike" kern="1200" cap="none" spc="0" normalizeH="0" baseline="0" dirty="0">
                          <a:ln>
                            <a:noFill/>
                          </a:ln>
                          <a:solidFill>
                            <a:schemeClr val="tx1"/>
                          </a:solidFill>
                          <a:effectLst/>
                          <a:uFillTx/>
                          <a:latin typeface="ABC Monument Grotesk Thin"/>
                          <a:ea typeface="+mn-ea"/>
                          <a:cs typeface="+mn-cs"/>
                        </a:rPr>
                        <a:t>,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eu</a:t>
                      </a:r>
                      <a:r>
                        <a:rPr kumimoji="0" lang="es-ES" sz="1100" b="0" i="1" u="none" strike="noStrike" kern="1200" cap="none" spc="0" normalizeH="0" baseline="0" dirty="0">
                          <a:ln>
                            <a:noFill/>
                          </a:ln>
                          <a:solidFill>
                            <a:schemeClr val="tx1"/>
                          </a:solidFill>
                          <a:effectLst/>
                          <a:uFillTx/>
                          <a:latin typeface="ABC Monument Grotesk Thin"/>
                          <a:ea typeface="+mn-ea"/>
                          <a:cs typeface="+mn-cs"/>
                        </a:rPr>
                        <a:t>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maximus</a:t>
                      </a:r>
                      <a:r>
                        <a:rPr kumimoji="0" lang="es-ES" sz="1100" b="0" i="1" u="none" strike="noStrike" kern="1200" cap="none" spc="0" normalizeH="0" baseline="0" dirty="0">
                          <a:ln>
                            <a:noFill/>
                          </a:ln>
                          <a:solidFill>
                            <a:schemeClr val="tx1"/>
                          </a:solidFill>
                          <a:effectLst/>
                          <a:uFillTx/>
                          <a:latin typeface="ABC Monument Grotesk Thin"/>
                          <a:ea typeface="+mn-ea"/>
                          <a:cs typeface="+mn-cs"/>
                        </a:rPr>
                        <a:t>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dui</a:t>
                      </a:r>
                      <a:r>
                        <a:rPr kumimoji="0" lang="es-ES" sz="1100" b="0" i="1" u="none" strike="noStrike" kern="1200" cap="none" spc="0" normalizeH="0" baseline="0" dirty="0">
                          <a:ln>
                            <a:noFill/>
                          </a:ln>
                          <a:solidFill>
                            <a:schemeClr val="tx1"/>
                          </a:solidFill>
                          <a:effectLst/>
                          <a:uFillTx/>
                          <a:latin typeface="ABC Monument Grotesk Thin"/>
                          <a:ea typeface="+mn-ea"/>
                          <a:cs typeface="+mn-cs"/>
                        </a:rPr>
                        <a:t> justo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eu</a:t>
                      </a:r>
                      <a:r>
                        <a:rPr kumimoji="0" lang="es-ES" sz="1100" b="0" i="1" u="none" strike="noStrike" kern="1200" cap="none" spc="0" normalizeH="0" baseline="0" dirty="0">
                          <a:ln>
                            <a:noFill/>
                          </a:ln>
                          <a:solidFill>
                            <a:schemeClr val="tx1"/>
                          </a:solidFill>
                          <a:effectLst/>
                          <a:uFillTx/>
                          <a:latin typeface="ABC Monument Grotesk Thin"/>
                          <a:ea typeface="+mn-ea"/>
                          <a:cs typeface="+mn-cs"/>
                        </a:rPr>
                        <a:t>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lorem</a:t>
                      </a:r>
                      <a:r>
                        <a:rPr kumimoji="0" lang="es-ES" sz="1100" b="0" i="1" u="none" strike="noStrike" kern="1200" cap="none" spc="0" normalizeH="0" baseline="0" dirty="0">
                          <a:ln>
                            <a:noFill/>
                          </a:ln>
                          <a:solidFill>
                            <a:schemeClr val="tx1"/>
                          </a:solidFill>
                          <a:effectLst/>
                          <a:uFillTx/>
                          <a:latin typeface="ABC Monument Grotesk Thin"/>
                          <a:ea typeface="+mn-ea"/>
                          <a:cs typeface="+mn-cs"/>
                        </a:rPr>
                        <a:t>..</a:t>
                      </a:r>
                    </a:p>
                    <a:p>
                      <a:pPr marL="182563" marR="0" lvl="0" indent="0" algn="just" defTabSz="1007486" rtl="0" eaLnBrk="1" fontAlgn="auto" latinLnBrk="0" hangingPunct="1">
                        <a:lnSpc>
                          <a:spcPct val="100000"/>
                        </a:lnSpc>
                        <a:spcBef>
                          <a:spcPts val="0"/>
                        </a:spcBef>
                        <a:spcAft>
                          <a:spcPts val="600"/>
                        </a:spcAft>
                        <a:buClrTx/>
                        <a:buSzTx/>
                        <a:buFontTx/>
                        <a:buNone/>
                        <a:tabLst/>
                        <a:defRPr/>
                      </a:pPr>
                      <a:endParaRPr kumimoji="0" lang="es-ES" sz="1100" b="0" i="0" u="none" strike="noStrike" kern="1200" cap="none" spc="0" normalizeH="0" baseline="0" dirty="0">
                        <a:ln>
                          <a:noFill/>
                        </a:ln>
                        <a:solidFill>
                          <a:schemeClr val="tx1"/>
                        </a:solidFill>
                        <a:effectLst/>
                        <a:uFillTx/>
                        <a:latin typeface="ABC Monument Grotesk Thin"/>
                        <a:ea typeface="+mn-ea"/>
                        <a:cs typeface="+mn-cs"/>
                      </a:endParaRPr>
                    </a:p>
                    <a:p>
                      <a:pPr marL="182563" marR="0" lvl="0" indent="0" algn="just" defTabSz="1007486" rtl="0" eaLnBrk="1" fontAlgn="auto" latinLnBrk="0" hangingPunct="1">
                        <a:lnSpc>
                          <a:spcPct val="100000"/>
                        </a:lnSpc>
                        <a:spcBef>
                          <a:spcPts val="0"/>
                        </a:spcBef>
                        <a:spcAft>
                          <a:spcPts val="600"/>
                        </a:spcAft>
                        <a:buClrTx/>
                        <a:buSzTx/>
                        <a:buFontTx/>
                        <a:buNone/>
                        <a:tabLst/>
                        <a:defRPr/>
                      </a:pPr>
                      <a:endParaRPr kumimoji="0" lang="es-ES" sz="1100" b="0" i="0" u="none" strike="noStrike" kern="1200" cap="none" spc="0" normalizeH="0" baseline="0" dirty="0">
                        <a:ln>
                          <a:noFill/>
                        </a:ln>
                        <a:solidFill>
                          <a:schemeClr val="tx1"/>
                        </a:solidFill>
                        <a:effectLst/>
                        <a:uFillTx/>
                        <a:latin typeface="ABC Monument Grotesk Thin"/>
                        <a:ea typeface="+mn-ea"/>
                        <a:cs typeface="+mn-cs"/>
                      </a:endParaRPr>
                    </a:p>
                    <a:p>
                      <a:pPr marL="182563" marR="0" lvl="0" indent="0" algn="just" defTabSz="1007486" rtl="0" eaLnBrk="1" fontAlgn="auto" latinLnBrk="0" hangingPunct="1">
                        <a:lnSpc>
                          <a:spcPct val="100000"/>
                        </a:lnSpc>
                        <a:spcBef>
                          <a:spcPts val="0"/>
                        </a:spcBef>
                        <a:spcAft>
                          <a:spcPts val="600"/>
                        </a:spcAft>
                        <a:buClrTx/>
                        <a:buSzTx/>
                        <a:buFontTx/>
                        <a:buNone/>
                        <a:tabLst/>
                        <a:defRPr/>
                      </a:pPr>
                      <a:endParaRPr kumimoji="0" lang="es-ES" sz="1100" b="0" i="0" u="none" strike="noStrike" kern="1200" cap="none" spc="0" normalizeH="0" baseline="0" dirty="0">
                        <a:ln>
                          <a:noFill/>
                        </a:ln>
                        <a:solidFill>
                          <a:schemeClr val="tx1"/>
                        </a:solidFill>
                        <a:effectLst/>
                        <a:uFillTx/>
                        <a:latin typeface="ABC Monument Grotesk Thin"/>
                        <a:ea typeface="+mn-ea"/>
                        <a:cs typeface="+mn-cs"/>
                      </a:endParaRPr>
                    </a:p>
                    <a:p>
                      <a:pPr marL="182563" marR="0" lvl="0" indent="0" algn="just" defTabSz="1007486" rtl="0" eaLnBrk="1" fontAlgn="auto" latinLnBrk="0" hangingPunct="1">
                        <a:lnSpc>
                          <a:spcPct val="100000"/>
                        </a:lnSpc>
                        <a:spcBef>
                          <a:spcPts val="0"/>
                        </a:spcBef>
                        <a:spcAft>
                          <a:spcPts val="600"/>
                        </a:spcAft>
                        <a:buClrTx/>
                        <a:buSzTx/>
                        <a:buFontTx/>
                        <a:buNone/>
                        <a:tabLst/>
                        <a:defRPr/>
                      </a:pPr>
                      <a:endParaRPr kumimoji="0" lang="es-ES" sz="1100" b="0" i="0" u="none" strike="noStrike" kern="1200" cap="none" spc="0" normalizeH="0" baseline="0" dirty="0">
                        <a:ln>
                          <a:noFill/>
                        </a:ln>
                        <a:solidFill>
                          <a:schemeClr val="tx1"/>
                        </a:solidFill>
                        <a:effectLst/>
                        <a:uFillTx/>
                        <a:latin typeface="ABC Monument Grotesk Thin"/>
                        <a:ea typeface="+mn-ea"/>
                        <a:cs typeface="+mn-cs"/>
                      </a:endParaRPr>
                    </a:p>
                    <a:p>
                      <a:pPr marL="182563" marR="0" lvl="0" indent="0" algn="just" defTabSz="1007486" rtl="0" eaLnBrk="1" fontAlgn="auto" latinLnBrk="0" hangingPunct="1">
                        <a:lnSpc>
                          <a:spcPct val="100000"/>
                        </a:lnSpc>
                        <a:spcBef>
                          <a:spcPts val="0"/>
                        </a:spcBef>
                        <a:spcAft>
                          <a:spcPts val="600"/>
                        </a:spcAft>
                        <a:buClrTx/>
                        <a:buSzTx/>
                        <a:buFontTx/>
                        <a:buNone/>
                        <a:tabLst/>
                        <a:defRPr/>
                      </a:pPr>
                      <a:endParaRPr kumimoji="0" lang="es-ES" sz="1100" b="0" i="0" u="none" strike="noStrike" kern="1200" cap="none" spc="0" normalizeH="0" baseline="0" dirty="0">
                        <a:ln>
                          <a:noFill/>
                        </a:ln>
                        <a:solidFill>
                          <a:schemeClr val="tx1"/>
                        </a:solidFill>
                        <a:effectLst/>
                        <a:uFillTx/>
                        <a:latin typeface="ABC Monument Grotesk Thin"/>
                        <a:ea typeface="+mn-ea"/>
                        <a:cs typeface="+mn-cs"/>
                      </a:endParaRPr>
                    </a:p>
                    <a:p>
                      <a:pPr marL="182563" marR="0" lvl="0" indent="0" algn="just" defTabSz="1007486" rtl="0" eaLnBrk="1" fontAlgn="auto" latinLnBrk="0" hangingPunct="1">
                        <a:lnSpc>
                          <a:spcPct val="100000"/>
                        </a:lnSpc>
                        <a:spcBef>
                          <a:spcPts val="0"/>
                        </a:spcBef>
                        <a:spcAft>
                          <a:spcPts val="600"/>
                        </a:spcAft>
                        <a:buClrTx/>
                        <a:buSzTx/>
                        <a:buFontTx/>
                        <a:buNone/>
                        <a:tabLst/>
                        <a:defRPr/>
                      </a:pPr>
                      <a:r>
                        <a:rPr kumimoji="0" lang="es-ES" sz="1100" b="0" i="0" u="none" strike="noStrike" kern="1200" cap="none" spc="0" normalizeH="0" baseline="0" dirty="0">
                          <a:ln>
                            <a:noFill/>
                          </a:ln>
                          <a:solidFill>
                            <a:schemeClr val="tx1"/>
                          </a:solidFill>
                          <a:effectLst/>
                          <a:uFillTx/>
                          <a:latin typeface="ABC Monument Grotesk Thin"/>
                          <a:ea typeface="+mn-ea"/>
                          <a:cs typeface="+mn-cs"/>
                        </a:rPr>
                        <a:t>Lorem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ipsum</a:t>
                      </a:r>
                      <a:r>
                        <a:rPr kumimoji="0" lang="es-ES" sz="1100" b="0" i="0" u="none" strike="noStrike" kern="1200" cap="none" spc="0" normalizeH="0" baseline="0" dirty="0">
                          <a:ln>
                            <a:noFill/>
                          </a:ln>
                          <a:solidFill>
                            <a:schemeClr val="tx1"/>
                          </a:solidFill>
                          <a:effectLst/>
                          <a:uFillTx/>
                          <a:latin typeface="ABC Monument Grotesk Thin"/>
                          <a:ea typeface="+mn-ea"/>
                          <a:cs typeface="+mn-cs"/>
                        </a:rPr>
                        <a:t> dolor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sit</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amet</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consectetur</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adipiscing</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elit</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Praesent</a:t>
                      </a:r>
                      <a:r>
                        <a:rPr kumimoji="0" lang="es-ES" sz="1100" b="0" i="0" u="none" strike="noStrike" kern="1200" cap="none" spc="0" normalizeH="0" baseline="0" dirty="0">
                          <a:ln>
                            <a:noFill/>
                          </a:ln>
                          <a:solidFill>
                            <a:schemeClr val="tx1"/>
                          </a:solidFill>
                          <a:effectLst/>
                          <a:uFillTx/>
                          <a:latin typeface="ABC Monument Grotesk Thin"/>
                          <a:ea typeface="+mn-ea"/>
                          <a:cs typeface="+mn-cs"/>
                        </a:rPr>
                        <a:t> id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enim</a:t>
                      </a:r>
                      <a:r>
                        <a:rPr kumimoji="0" lang="es-ES" sz="1100" b="0" i="0" u="none" strike="noStrike" kern="1200" cap="none" spc="0" normalizeH="0" baseline="0" dirty="0">
                          <a:ln>
                            <a:noFill/>
                          </a:ln>
                          <a:solidFill>
                            <a:schemeClr val="tx1"/>
                          </a:solidFill>
                          <a:effectLst/>
                          <a:uFillTx/>
                          <a:latin typeface="ABC Monument Grotesk Thin"/>
                          <a:ea typeface="+mn-ea"/>
                          <a:cs typeface="+mn-cs"/>
                        </a:rPr>
                        <a:t> sed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lacus</a:t>
                      </a:r>
                      <a:r>
                        <a:rPr kumimoji="0" lang="es-ES" sz="1100" b="0" i="0" u="none" strike="noStrike" kern="1200" cap="none" spc="0" normalizeH="0" baseline="0" dirty="0">
                          <a:ln>
                            <a:noFill/>
                          </a:ln>
                          <a:solidFill>
                            <a:schemeClr val="tx1"/>
                          </a:solidFill>
                          <a:effectLst/>
                          <a:uFillTx/>
                          <a:latin typeface="ABC Monument Grotesk Thin"/>
                          <a:ea typeface="+mn-ea"/>
                          <a:cs typeface="+mn-cs"/>
                        </a:rPr>
                        <a:t> vehicula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cursus</a:t>
                      </a:r>
                      <a:r>
                        <a:rPr kumimoji="0" lang="es-ES" sz="1100" b="0" i="0" u="none" strike="noStrike" kern="1200" cap="none" spc="0" normalizeH="0" baseline="0" dirty="0">
                          <a:ln>
                            <a:noFill/>
                          </a:ln>
                          <a:solidFill>
                            <a:schemeClr val="tx1"/>
                          </a:solidFill>
                          <a:effectLst/>
                          <a:uFillTx/>
                          <a:latin typeface="ABC Monument Grotesk Thin"/>
                          <a:ea typeface="+mn-ea"/>
                          <a:cs typeface="+mn-cs"/>
                        </a:rPr>
                        <a:t> id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eget</a:t>
                      </a:r>
                      <a:r>
                        <a:rPr kumimoji="0" lang="es-ES" sz="1100" b="0" i="0" u="none" strike="noStrike" kern="1200" cap="none" spc="0" normalizeH="0" baseline="0" dirty="0">
                          <a:ln>
                            <a:noFill/>
                          </a:ln>
                          <a:solidFill>
                            <a:schemeClr val="tx1"/>
                          </a:solidFill>
                          <a:effectLst/>
                          <a:uFillTx/>
                          <a:latin typeface="ABC Monument Grotesk Thin"/>
                          <a:ea typeface="+mn-ea"/>
                          <a:cs typeface="+mn-cs"/>
                        </a:rPr>
                        <a:t> neque.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Fusce</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blandit</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eleifend</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pharetra</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Phasellus</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consectetur</a:t>
                      </a:r>
                      <a:r>
                        <a:rPr kumimoji="0" lang="es-ES" sz="1100" b="0" i="0" u="none" strike="noStrike" kern="1200" cap="none" spc="0" normalizeH="0" baseline="0" dirty="0">
                          <a:ln>
                            <a:noFill/>
                          </a:ln>
                          <a:solidFill>
                            <a:schemeClr val="tx1"/>
                          </a:solidFill>
                          <a:effectLst/>
                          <a:uFillTx/>
                          <a:latin typeface="ABC Monument Grotesk Thin"/>
                          <a:ea typeface="+mn-ea"/>
                          <a:cs typeface="+mn-cs"/>
                        </a:rPr>
                        <a:t> id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purus</a:t>
                      </a:r>
                      <a:r>
                        <a:rPr kumimoji="0" lang="es-ES" sz="1100" b="0" i="0" u="none" strike="noStrike" kern="1200" cap="none" spc="0" normalizeH="0" baseline="0" dirty="0">
                          <a:ln>
                            <a:noFill/>
                          </a:ln>
                          <a:solidFill>
                            <a:schemeClr val="tx1"/>
                          </a:solidFill>
                          <a:effectLst/>
                          <a:uFillTx/>
                          <a:latin typeface="ABC Monument Grotesk Thin"/>
                          <a:ea typeface="+mn-ea"/>
                          <a:cs typeface="+mn-cs"/>
                        </a:rPr>
                        <a:t> in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bibendum</a:t>
                      </a:r>
                      <a:r>
                        <a:rPr kumimoji="0" lang="es-ES" sz="1100" b="0" i="0" u="none" strike="noStrike" kern="1200" cap="none" spc="0" normalizeH="0" baseline="0" dirty="0">
                          <a:ln>
                            <a:noFill/>
                          </a:ln>
                          <a:solidFill>
                            <a:schemeClr val="tx1"/>
                          </a:solidFill>
                          <a:effectLst/>
                          <a:uFillTx/>
                          <a:latin typeface="ABC Monument Grotesk Thin"/>
                          <a:ea typeface="+mn-ea"/>
                          <a:cs typeface="+mn-cs"/>
                        </a:rPr>
                        <a:t>. Quisque ornare, nunc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vel</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faucibus</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fringilla</a:t>
                      </a:r>
                      <a:r>
                        <a:rPr kumimoji="0" lang="es-ES" sz="1100" b="0" i="0" u="none" strike="noStrike" kern="1200" cap="none" spc="0" normalizeH="0" baseline="0" dirty="0">
                          <a:ln>
                            <a:noFill/>
                          </a:ln>
                          <a:solidFill>
                            <a:schemeClr val="tx1"/>
                          </a:solidFill>
                          <a:effectLst/>
                          <a:uFillTx/>
                          <a:latin typeface="ABC Monument Grotesk Thin"/>
                          <a:ea typeface="+mn-ea"/>
                          <a:cs typeface="+mn-cs"/>
                        </a:rPr>
                        <a:t>, ex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sem</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convallis</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lectus</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eu</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maximus</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dui</a:t>
                      </a:r>
                      <a:r>
                        <a:rPr kumimoji="0" lang="es-ES" sz="1100" b="0" i="0" u="none" strike="noStrike" kern="1200" cap="none" spc="0" normalizeH="0" baseline="0" dirty="0">
                          <a:ln>
                            <a:noFill/>
                          </a:ln>
                          <a:solidFill>
                            <a:schemeClr val="tx1"/>
                          </a:solidFill>
                          <a:effectLst/>
                          <a:uFillTx/>
                          <a:latin typeface="ABC Monument Grotesk Thin"/>
                          <a:ea typeface="+mn-ea"/>
                          <a:cs typeface="+mn-cs"/>
                        </a:rPr>
                        <a:t> justo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eu</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lorem</a:t>
                      </a:r>
                      <a:r>
                        <a:rPr kumimoji="0" lang="es-ES" sz="1100" b="0" i="0" u="none" strike="noStrike" kern="1200" cap="none" spc="0" normalizeH="0" baseline="0" dirty="0">
                          <a:ln>
                            <a:noFill/>
                          </a:ln>
                          <a:solidFill>
                            <a:schemeClr val="tx1"/>
                          </a:solidFill>
                          <a:effectLst/>
                          <a:uFillTx/>
                          <a:latin typeface="ABC Monument Grotesk Thin"/>
                          <a:ea typeface="+mn-ea"/>
                          <a:cs typeface="+mn-cs"/>
                        </a:rPr>
                        <a:t>.</a:t>
                      </a:r>
                    </a:p>
                  </a:txBody>
                  <a:tcPr marL="72000" marR="72000" marT="72000" marB="72000">
                    <a:lnL w="12700" cap="flat" cmpd="sng" algn="ctr">
                      <a:noFill/>
                      <a:prstDash val="solid"/>
                      <a:round/>
                      <a:headEnd type="none" w="med" len="med"/>
                      <a:tailEnd type="none" w="med" len="med"/>
                    </a:lnL>
                    <a:lnR w="6350" cap="flat" cmpd="sng" algn="ctr">
                      <a:solidFill>
                        <a:schemeClr val="bg1"/>
                      </a:solidFill>
                      <a:prstDash val="sysDashDotDot"/>
                      <a:round/>
                      <a:headEnd type="none" w="med" len="med"/>
                      <a:tailEnd type="none" w="med" len="med"/>
                    </a:lnR>
                    <a:lnT w="12700" cap="flat" cmpd="sng" algn="ctr">
                      <a:solidFill>
                        <a:srgbClr val="B4B4B4"/>
                      </a:solidFill>
                      <a:prstDash val="solid"/>
                      <a:round/>
                      <a:headEnd type="none" w="med" len="med"/>
                      <a:tailEnd type="none" w="med" len="med"/>
                    </a:lnT>
                    <a:lnB w="6350" cap="flat" cmpd="sng" algn="ctr">
                      <a:solidFill>
                        <a:srgbClr val="958473"/>
                      </a:solidFill>
                      <a:prstDash val="solid"/>
                      <a:round/>
                      <a:headEnd type="none" w="med" len="med"/>
                      <a:tailEnd type="none" w="med" len="med"/>
                    </a:lnB>
                  </a:tcPr>
                </a:tc>
                <a:tc>
                  <a:txBody>
                    <a:bodyPr/>
                    <a:lstStyle/>
                    <a:p>
                      <a:pPr marL="0" marR="0" lvl="0" indent="0" algn="l" defTabSz="1007486" rtl="0" eaLnBrk="1" fontAlgn="auto" latinLnBrk="0" hangingPunct="1">
                        <a:lnSpc>
                          <a:spcPct val="100000"/>
                        </a:lnSpc>
                        <a:spcBef>
                          <a:spcPts val="0"/>
                        </a:spcBef>
                        <a:spcAft>
                          <a:spcPts val="0"/>
                        </a:spcAft>
                        <a:buClrTx/>
                        <a:buSzTx/>
                        <a:buFontTx/>
                        <a:buNone/>
                        <a:tabLst/>
                        <a:defRPr/>
                      </a:pPr>
                      <a:r>
                        <a:rPr kumimoji="0" lang="es-ES" sz="1200" b="0" i="0" u="none" strike="noStrike" kern="1200" cap="none" spc="0" normalizeH="0" baseline="0" noProof="0" dirty="0">
                          <a:ln>
                            <a:noFill/>
                          </a:ln>
                          <a:solidFill>
                            <a:schemeClr val="tx1"/>
                          </a:solidFill>
                          <a:effectLst/>
                          <a:uFillTx/>
                          <a:latin typeface="ABC Monument Grotesk"/>
                          <a:ea typeface="+mn-ea"/>
                          <a:cs typeface="+mn-cs"/>
                          <a:sym typeface="Calibri"/>
                        </a:rPr>
                        <a:t>Recomendación 1.1</a:t>
                      </a:r>
                    </a:p>
                    <a:p>
                      <a:pPr marL="0" marR="0" lvl="0" indent="0" algn="l" defTabSz="1007486" rtl="0" eaLnBrk="1" fontAlgn="auto" latinLnBrk="0" hangingPunct="1">
                        <a:lnSpc>
                          <a:spcPct val="100000"/>
                        </a:lnSpc>
                        <a:spcBef>
                          <a:spcPts val="0"/>
                        </a:spcBef>
                        <a:spcAft>
                          <a:spcPts val="0"/>
                        </a:spcAft>
                        <a:buClrTx/>
                        <a:buSzTx/>
                        <a:buFontTx/>
                        <a:buNone/>
                        <a:tabLst/>
                        <a:defRPr/>
                      </a:pPr>
                      <a:endParaRPr kumimoji="0" lang="es-ES" sz="400" b="0" i="0" u="none" strike="noStrike" kern="1200" cap="none" spc="0" normalizeH="0" baseline="0" noProof="0" dirty="0">
                        <a:ln>
                          <a:noFill/>
                        </a:ln>
                        <a:solidFill>
                          <a:schemeClr val="tx1"/>
                        </a:solidFill>
                        <a:effectLst/>
                        <a:uFillTx/>
                        <a:latin typeface="ABC Monument Grotesk"/>
                        <a:ea typeface="+mn-ea"/>
                        <a:cs typeface="+mn-cs"/>
                        <a:sym typeface="Calibri"/>
                      </a:endParaRPr>
                    </a:p>
                    <a:p>
                      <a:pPr marL="0" marR="0" lvl="0" indent="0" algn="l" defTabSz="1007486"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Lorem </a:t>
                      </a:r>
                      <a:r>
                        <a:rPr kumimoji="0" lang="es-ES" sz="11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ipsum</a:t>
                      </a: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dolor </a:t>
                      </a:r>
                      <a:r>
                        <a:rPr kumimoji="0" lang="es-ES" sz="11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sit</a:t>
                      </a: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a:t>
                      </a:r>
                      <a:r>
                        <a:rPr kumimoji="0" lang="es-ES" sz="11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amet</a:t>
                      </a: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a:t>
                      </a:r>
                      <a:r>
                        <a:rPr kumimoji="0" lang="es-ES" sz="11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consectetur</a:t>
                      </a: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a:t>
                      </a:r>
                      <a:r>
                        <a:rPr kumimoji="0" lang="es-ES" sz="11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adipiscing</a:t>
                      </a: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a:t>
                      </a:r>
                      <a:r>
                        <a:rPr kumimoji="0" lang="es-ES" sz="11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elit</a:t>
                      </a: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a:t>
                      </a:r>
                      <a:r>
                        <a:rPr kumimoji="0" lang="es-ES" sz="11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Praesent</a:t>
                      </a: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id </a:t>
                      </a:r>
                      <a:r>
                        <a:rPr kumimoji="0" lang="es-ES" sz="11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enim</a:t>
                      </a: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sed </a:t>
                      </a:r>
                      <a:r>
                        <a:rPr kumimoji="0" lang="es-ES" sz="11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lacus</a:t>
                      </a: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vehicula </a:t>
                      </a:r>
                      <a:r>
                        <a:rPr kumimoji="0" lang="es-ES" sz="11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cursus</a:t>
                      </a: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id </a:t>
                      </a:r>
                      <a:r>
                        <a:rPr kumimoji="0" lang="es-ES" sz="11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eget</a:t>
                      </a: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neque. </a:t>
                      </a:r>
                      <a:r>
                        <a:rPr kumimoji="0" lang="es-ES" sz="11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Fusce</a:t>
                      </a: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a:t>
                      </a:r>
                      <a:r>
                        <a:rPr kumimoji="0" lang="es-ES" sz="11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blandit</a:t>
                      </a: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a:t>
                      </a:r>
                      <a:r>
                        <a:rPr kumimoji="0" lang="es-ES" sz="11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eleifend</a:t>
                      </a: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a:t>
                      </a:r>
                      <a:r>
                        <a:rPr kumimoji="0" lang="es-ES" sz="11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pharetra</a:t>
                      </a: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a:t>
                      </a:r>
                      <a:r>
                        <a:rPr kumimoji="0" lang="es-ES" sz="11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Phasellus</a:t>
                      </a: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a:t>
                      </a:r>
                      <a:r>
                        <a:rPr kumimoji="0" lang="es-ES" sz="11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consectetur</a:t>
                      </a: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id </a:t>
                      </a:r>
                      <a:r>
                        <a:rPr kumimoji="0" lang="es-ES" sz="11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purus</a:t>
                      </a: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in </a:t>
                      </a:r>
                      <a:r>
                        <a:rPr kumimoji="0" lang="es-ES" sz="11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bibendum</a:t>
                      </a: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a:t>
                      </a:r>
                    </a:p>
                    <a:p>
                      <a:pPr marL="0" marR="0" lvl="0" indent="0" algn="l" defTabSz="1007486" rtl="0" eaLnBrk="1" fontAlgn="auto" latinLnBrk="0" hangingPunct="1">
                        <a:lnSpc>
                          <a:spcPct val="100000"/>
                        </a:lnSpc>
                        <a:spcBef>
                          <a:spcPts val="0"/>
                        </a:spcBef>
                        <a:spcAft>
                          <a:spcPts val="0"/>
                        </a:spcAft>
                        <a:buClrTx/>
                        <a:buSzTx/>
                        <a:buFontTx/>
                        <a:buNone/>
                        <a:tabLst/>
                        <a:defRPr/>
                      </a:pPr>
                      <a:endPar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endParaRPr>
                    </a:p>
                    <a:p>
                      <a:pPr marL="0" marR="0" lvl="0" indent="0" algn="l" defTabSz="1007486" rtl="0" eaLnBrk="1" fontAlgn="auto" latinLnBrk="0" hangingPunct="1">
                        <a:lnSpc>
                          <a:spcPct val="100000"/>
                        </a:lnSpc>
                        <a:spcBef>
                          <a:spcPts val="0"/>
                        </a:spcBef>
                        <a:spcAft>
                          <a:spcPts val="0"/>
                        </a:spcAft>
                        <a:buClrTx/>
                        <a:buSzTx/>
                        <a:buFontTx/>
                        <a:buNone/>
                        <a:tabLst/>
                        <a:defRPr/>
                      </a:pPr>
                      <a:endParaRPr kumimoji="0" lang="es-ES" sz="1200" b="0" i="0" u="none" strike="noStrike" kern="1200" cap="none" spc="0" normalizeH="0" baseline="0" noProof="0" dirty="0">
                        <a:ln>
                          <a:noFill/>
                        </a:ln>
                        <a:solidFill>
                          <a:schemeClr val="tx1"/>
                        </a:solidFill>
                        <a:effectLst/>
                        <a:uFillTx/>
                        <a:latin typeface="ABC Monument Grotesk"/>
                        <a:ea typeface="+mn-ea"/>
                        <a:cs typeface="+mn-cs"/>
                        <a:sym typeface="Calibri"/>
                      </a:endParaRPr>
                    </a:p>
                    <a:p>
                      <a:pPr marL="0" marR="0" lvl="0" indent="0" algn="l" defTabSz="1007486" rtl="0" eaLnBrk="1" fontAlgn="auto" latinLnBrk="0" hangingPunct="1">
                        <a:lnSpc>
                          <a:spcPct val="100000"/>
                        </a:lnSpc>
                        <a:spcBef>
                          <a:spcPts val="0"/>
                        </a:spcBef>
                        <a:spcAft>
                          <a:spcPts val="0"/>
                        </a:spcAft>
                        <a:buClrTx/>
                        <a:buSzTx/>
                        <a:buFontTx/>
                        <a:buNone/>
                        <a:tabLst/>
                        <a:defRPr/>
                      </a:pPr>
                      <a:r>
                        <a:rPr kumimoji="0" lang="es-ES" sz="1200" b="0" i="0" u="none" strike="noStrike" kern="1200" cap="none" spc="0" normalizeH="0" baseline="0" noProof="0" dirty="0">
                          <a:ln>
                            <a:noFill/>
                          </a:ln>
                          <a:solidFill>
                            <a:schemeClr val="tx1"/>
                          </a:solidFill>
                          <a:effectLst/>
                          <a:uFillTx/>
                          <a:latin typeface="ABC Monument Grotesk"/>
                          <a:ea typeface="+mn-ea"/>
                          <a:cs typeface="+mn-cs"/>
                          <a:sym typeface="Calibri"/>
                        </a:rPr>
                        <a:t>Recomendación 1.2</a:t>
                      </a:r>
                    </a:p>
                    <a:p>
                      <a:pPr marL="0" marR="0" lvl="0" indent="0" algn="l" defTabSz="1007486" rtl="0" eaLnBrk="1" fontAlgn="auto" latinLnBrk="0" hangingPunct="1">
                        <a:lnSpc>
                          <a:spcPct val="100000"/>
                        </a:lnSpc>
                        <a:spcBef>
                          <a:spcPts val="0"/>
                        </a:spcBef>
                        <a:spcAft>
                          <a:spcPts val="0"/>
                        </a:spcAft>
                        <a:buClrTx/>
                        <a:buSzTx/>
                        <a:buFontTx/>
                        <a:buNone/>
                        <a:tabLst/>
                        <a:defRPr/>
                      </a:pPr>
                      <a:endParaRPr kumimoji="0" lang="es-ES" sz="6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endParaRPr>
                    </a:p>
                    <a:p>
                      <a:pPr marL="0" marR="0" lvl="0" indent="0" algn="l" defTabSz="1007486"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Lorem </a:t>
                      </a:r>
                      <a:r>
                        <a:rPr kumimoji="0" lang="es-ES" sz="11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ipsum</a:t>
                      </a: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dolor </a:t>
                      </a:r>
                      <a:r>
                        <a:rPr kumimoji="0" lang="es-ES" sz="11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sit</a:t>
                      </a: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a:t>
                      </a:r>
                      <a:r>
                        <a:rPr kumimoji="0" lang="es-ES" sz="11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amet</a:t>
                      </a: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a:t>
                      </a:r>
                      <a:r>
                        <a:rPr kumimoji="0" lang="es-ES" sz="11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consectetur</a:t>
                      </a: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a:t>
                      </a:r>
                      <a:r>
                        <a:rPr kumimoji="0" lang="es-ES" sz="11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adipiscing</a:t>
                      </a: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a:t>
                      </a:r>
                      <a:r>
                        <a:rPr kumimoji="0" lang="es-ES" sz="11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elit</a:t>
                      </a: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a:t>
                      </a:r>
                      <a:r>
                        <a:rPr kumimoji="0" lang="es-ES" sz="11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Praesent</a:t>
                      </a: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id </a:t>
                      </a:r>
                      <a:r>
                        <a:rPr kumimoji="0" lang="es-ES" sz="11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enim</a:t>
                      </a: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sed </a:t>
                      </a:r>
                      <a:r>
                        <a:rPr kumimoji="0" lang="es-ES" sz="11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lacus</a:t>
                      </a: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vehicula </a:t>
                      </a:r>
                      <a:r>
                        <a:rPr kumimoji="0" lang="es-ES" sz="11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cursus</a:t>
                      </a: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id </a:t>
                      </a:r>
                      <a:r>
                        <a:rPr kumimoji="0" lang="es-ES" sz="11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eget</a:t>
                      </a: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neque. </a:t>
                      </a:r>
                      <a:r>
                        <a:rPr kumimoji="0" lang="es-ES" sz="11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Fusce</a:t>
                      </a: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a:t>
                      </a:r>
                      <a:r>
                        <a:rPr kumimoji="0" lang="es-ES" sz="11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blandit</a:t>
                      </a: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a:t>
                      </a:r>
                      <a:r>
                        <a:rPr kumimoji="0" lang="es-ES" sz="11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eleifend</a:t>
                      </a: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a:t>
                      </a:r>
                      <a:r>
                        <a:rPr kumimoji="0" lang="es-ES" sz="11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pharetra</a:t>
                      </a: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a:t>
                      </a:r>
                    </a:p>
                    <a:p>
                      <a:pPr marL="0" marR="0" lvl="0" indent="0" algn="l" defTabSz="1007486" rtl="0" eaLnBrk="1" fontAlgn="auto" latinLnBrk="0" hangingPunct="1">
                        <a:lnSpc>
                          <a:spcPct val="100000"/>
                        </a:lnSpc>
                        <a:spcBef>
                          <a:spcPts val="0"/>
                        </a:spcBef>
                        <a:spcAft>
                          <a:spcPts val="0"/>
                        </a:spcAft>
                        <a:buClrTx/>
                        <a:buSzTx/>
                        <a:buFontTx/>
                        <a:buNone/>
                        <a:tabLst/>
                        <a:defRPr/>
                      </a:pPr>
                      <a:endPar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endParaRPr>
                    </a:p>
                    <a:p>
                      <a:pPr marL="0" marR="0" lvl="0" indent="0" algn="l" defTabSz="1007486" rtl="0" eaLnBrk="1" fontAlgn="auto" latinLnBrk="0" hangingPunct="1">
                        <a:lnSpc>
                          <a:spcPct val="100000"/>
                        </a:lnSpc>
                        <a:spcBef>
                          <a:spcPts val="0"/>
                        </a:spcBef>
                        <a:spcAft>
                          <a:spcPts val="0"/>
                        </a:spcAft>
                        <a:buClrTx/>
                        <a:buSzTx/>
                        <a:buFontTx/>
                        <a:buNone/>
                        <a:tabLst/>
                        <a:defRPr/>
                      </a:pPr>
                      <a:r>
                        <a:rPr kumimoji="0" lang="es-ES" sz="1200" b="0" i="0" u="none" strike="noStrike" kern="1200" cap="none" spc="0" normalizeH="0" baseline="0" noProof="0" dirty="0">
                          <a:ln>
                            <a:noFill/>
                          </a:ln>
                          <a:solidFill>
                            <a:schemeClr val="tx1"/>
                          </a:solidFill>
                          <a:effectLst/>
                          <a:uFillTx/>
                          <a:latin typeface="ABC Monument Grotesk"/>
                          <a:ea typeface="+mn-ea"/>
                          <a:cs typeface="+mn-cs"/>
                          <a:sym typeface="Calibri"/>
                        </a:rPr>
                        <a:t>Recomendación 1.3</a:t>
                      </a:r>
                    </a:p>
                    <a:p>
                      <a:pPr marL="0" marR="0" lvl="0" indent="0" algn="l" defTabSz="1007486" rtl="0" eaLnBrk="1" fontAlgn="auto" latinLnBrk="0" hangingPunct="1">
                        <a:lnSpc>
                          <a:spcPct val="100000"/>
                        </a:lnSpc>
                        <a:spcBef>
                          <a:spcPts val="0"/>
                        </a:spcBef>
                        <a:spcAft>
                          <a:spcPts val="0"/>
                        </a:spcAft>
                        <a:buClrTx/>
                        <a:buSzTx/>
                        <a:buFontTx/>
                        <a:buNone/>
                        <a:tabLst/>
                        <a:defRPr/>
                      </a:pPr>
                      <a:endParaRPr kumimoji="0" lang="es-ES" sz="500" b="0" i="0" u="none" strike="noStrike" kern="1200" cap="none" spc="0" normalizeH="0" baseline="0" noProof="0" dirty="0">
                        <a:ln>
                          <a:noFill/>
                        </a:ln>
                        <a:solidFill>
                          <a:schemeClr val="tx1"/>
                        </a:solidFill>
                        <a:effectLst/>
                        <a:highlight>
                          <a:srgbClr val="FFFF00"/>
                        </a:highlight>
                        <a:uFillTx/>
                        <a:latin typeface="ABC Monument Grotesk"/>
                        <a:ea typeface="+mn-ea"/>
                        <a:cs typeface="+mn-cs"/>
                        <a:sym typeface="Calibri"/>
                      </a:endParaRPr>
                    </a:p>
                    <a:p>
                      <a:pPr marL="0" marR="0" lvl="0" indent="0" algn="l" defTabSz="1007486"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Lorem </a:t>
                      </a:r>
                      <a:r>
                        <a:rPr kumimoji="0" lang="es-ES" sz="11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ipsum</a:t>
                      </a: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dolor </a:t>
                      </a:r>
                      <a:r>
                        <a:rPr kumimoji="0" lang="es-ES" sz="11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sit</a:t>
                      </a: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a:t>
                      </a:r>
                      <a:r>
                        <a:rPr kumimoji="0" lang="es-ES" sz="11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amet</a:t>
                      </a: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a:t>
                      </a:r>
                      <a:r>
                        <a:rPr kumimoji="0" lang="es-ES" sz="11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consectetur</a:t>
                      </a: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a:t>
                      </a:r>
                      <a:r>
                        <a:rPr kumimoji="0" lang="es-ES" sz="11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adipiscing</a:t>
                      </a: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a:t>
                      </a:r>
                      <a:r>
                        <a:rPr kumimoji="0" lang="es-ES" sz="11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elit</a:t>
                      </a: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a:t>
                      </a:r>
                      <a:r>
                        <a:rPr kumimoji="0" lang="es-ES" sz="11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Praesent</a:t>
                      </a: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id </a:t>
                      </a:r>
                      <a:r>
                        <a:rPr kumimoji="0" lang="es-ES" sz="11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enim</a:t>
                      </a: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sed </a:t>
                      </a:r>
                      <a:r>
                        <a:rPr kumimoji="0" lang="es-ES" sz="11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lacus</a:t>
                      </a: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vehicula </a:t>
                      </a:r>
                      <a:r>
                        <a:rPr kumimoji="0" lang="es-ES" sz="11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cursus</a:t>
                      </a: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id </a:t>
                      </a:r>
                      <a:r>
                        <a:rPr kumimoji="0" lang="es-ES" sz="11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eget</a:t>
                      </a: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neque. </a:t>
                      </a:r>
                      <a:r>
                        <a:rPr kumimoji="0" lang="es-ES" sz="11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Fusce</a:t>
                      </a: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a:t>
                      </a:r>
                      <a:r>
                        <a:rPr kumimoji="0" lang="es-ES" sz="11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blandit</a:t>
                      </a: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a:t>
                      </a:r>
                      <a:r>
                        <a:rPr kumimoji="0" lang="es-ES" sz="11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eleifend</a:t>
                      </a: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a:t>
                      </a:r>
                      <a:r>
                        <a:rPr kumimoji="0" lang="es-ES" sz="11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pharetra</a:t>
                      </a:r>
                      <a:endParaRPr kumimoji="0" lang="es-ES" sz="1200" b="0" i="0" u="none" strike="noStrike" kern="1200" cap="none" spc="0" normalizeH="0" baseline="0" noProof="0" dirty="0">
                        <a:ln>
                          <a:noFill/>
                        </a:ln>
                        <a:solidFill>
                          <a:schemeClr val="tx1"/>
                        </a:solidFill>
                        <a:effectLst/>
                        <a:uFillTx/>
                        <a:latin typeface="ABC Monument Grotesk"/>
                        <a:ea typeface="+mn-ea"/>
                        <a:cs typeface="+mn-cs"/>
                        <a:sym typeface="Calibri"/>
                      </a:endParaRPr>
                    </a:p>
                    <a:p>
                      <a:pPr marL="0" marR="0" lvl="0" indent="0" algn="l" defTabSz="1007486" rtl="0" eaLnBrk="1" fontAlgn="auto" latinLnBrk="0" hangingPunct="1">
                        <a:lnSpc>
                          <a:spcPct val="100000"/>
                        </a:lnSpc>
                        <a:spcBef>
                          <a:spcPts val="0"/>
                        </a:spcBef>
                        <a:spcAft>
                          <a:spcPts val="0"/>
                        </a:spcAft>
                        <a:buClrTx/>
                        <a:buSzTx/>
                        <a:buFontTx/>
                        <a:buNone/>
                        <a:tabLst/>
                        <a:defRPr/>
                      </a:pPr>
                      <a:endParaRPr kumimoji="0" lang="es-ES" sz="1200" b="0" i="0" u="none" strike="noStrike" kern="1200" cap="none" spc="0" normalizeH="0" baseline="0" noProof="0" dirty="0">
                        <a:ln>
                          <a:noFill/>
                        </a:ln>
                        <a:solidFill>
                          <a:schemeClr val="tx1"/>
                        </a:solidFill>
                        <a:effectLst/>
                        <a:uFillTx/>
                        <a:latin typeface="ABC Monument Grotesk"/>
                        <a:ea typeface="+mn-ea"/>
                        <a:cs typeface="+mn-cs"/>
                        <a:sym typeface="Calibri"/>
                      </a:endParaRPr>
                    </a:p>
                    <a:p>
                      <a:pPr marL="0" marR="0" lvl="0" indent="0" algn="l" defTabSz="1007486" rtl="0" eaLnBrk="1" fontAlgn="auto" latinLnBrk="0" hangingPunct="1">
                        <a:lnSpc>
                          <a:spcPct val="100000"/>
                        </a:lnSpc>
                        <a:spcBef>
                          <a:spcPts val="0"/>
                        </a:spcBef>
                        <a:spcAft>
                          <a:spcPts val="0"/>
                        </a:spcAft>
                        <a:buClrTx/>
                        <a:buSzTx/>
                        <a:buFontTx/>
                        <a:buNone/>
                        <a:tabLst/>
                        <a:defRPr/>
                      </a:pPr>
                      <a:endPar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endParaRPr>
                    </a:p>
                  </a:txBody>
                  <a:tcPr marL="108000" marR="72000" marT="108000" marB="72000">
                    <a:lnL w="6350" cap="flat" cmpd="sng" algn="ctr">
                      <a:solidFill>
                        <a:schemeClr val="bg1"/>
                      </a:solidFill>
                      <a:prstDash val="sysDashDotDot"/>
                      <a:round/>
                      <a:headEnd type="none" w="med" len="med"/>
                      <a:tailEnd type="none" w="med" len="med"/>
                    </a:lnL>
                    <a:lnR w="6350" cap="flat" cmpd="sng" algn="ctr">
                      <a:solidFill>
                        <a:schemeClr val="bg1"/>
                      </a:solidFill>
                      <a:prstDash val="sysDashDotDot"/>
                      <a:round/>
                      <a:headEnd type="none" w="med" len="med"/>
                      <a:tailEnd type="none" w="med" len="med"/>
                    </a:lnR>
                    <a:lnT w="6350" cap="flat" cmpd="sng" algn="ctr">
                      <a:solidFill>
                        <a:srgbClr val="958473"/>
                      </a:solidFill>
                      <a:prstDash val="solid"/>
                      <a:round/>
                      <a:headEnd type="none" w="med" len="med"/>
                      <a:tailEnd type="none" w="med" len="med"/>
                    </a:lnT>
                    <a:lnB w="6350" cap="flat" cmpd="sng" algn="ctr">
                      <a:solidFill>
                        <a:srgbClr val="958473"/>
                      </a:solidFill>
                      <a:prstDash val="solid"/>
                      <a:round/>
                      <a:headEnd type="none" w="med" len="med"/>
                      <a:tailEnd type="none" w="med" len="med"/>
                    </a:lnB>
                  </a:tcPr>
                </a:tc>
                <a:tc>
                  <a:txBody>
                    <a:bodyPr/>
                    <a:lstStyle/>
                    <a:p>
                      <a:pPr marL="0" marR="0" lvl="0" indent="0" algn="l" defTabSz="1007486"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schemeClr val="tx1"/>
                          </a:solidFill>
                          <a:effectLst/>
                          <a:uFillTx/>
                          <a:latin typeface="ABC Monument Grotesk"/>
                          <a:ea typeface="+mn-ea"/>
                          <a:cs typeface="+mn-cs"/>
                          <a:sym typeface="Calibri"/>
                        </a:rPr>
                        <a:t>Área</a:t>
                      </a:r>
                    </a:p>
                    <a:p>
                      <a:pPr marL="0" marR="0" lvl="0" indent="0" algn="l" defTabSz="1007486"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schemeClr val="tx1"/>
                          </a:solidFill>
                          <a:effectLst/>
                          <a:uFillTx/>
                          <a:latin typeface="ABC Monument Grotesk Thin"/>
                          <a:ea typeface="+mn-ea"/>
                          <a:cs typeface="+mn-cs"/>
                          <a:sym typeface="Calibri"/>
                        </a:rPr>
                        <a:t>Admon. Corporativa (GPO)</a:t>
                      </a:r>
                    </a:p>
                    <a:p>
                      <a:pPr marL="0" marR="0" lvl="0" indent="0" algn="l" defTabSz="1007486" rtl="0" eaLnBrk="1" fontAlgn="auto" latinLnBrk="0" hangingPunct="1">
                        <a:lnSpc>
                          <a:spcPct val="100000"/>
                        </a:lnSpc>
                        <a:spcBef>
                          <a:spcPts val="0"/>
                        </a:spcBef>
                        <a:spcAft>
                          <a:spcPts val="0"/>
                        </a:spcAft>
                        <a:buClrTx/>
                        <a:buSzTx/>
                        <a:buFontTx/>
                        <a:buNone/>
                        <a:tabLst/>
                        <a:defRPr/>
                      </a:pPr>
                      <a:endParaRPr kumimoji="0" lang="es-ES" sz="1100" b="0" i="0" u="none" strike="noStrike" kern="1200" cap="none" spc="0" normalizeH="0" baseline="0" noProof="0" dirty="0">
                        <a:ln>
                          <a:noFill/>
                        </a:ln>
                        <a:solidFill>
                          <a:schemeClr val="tx1"/>
                        </a:solidFill>
                        <a:effectLst/>
                        <a:uFillTx/>
                        <a:latin typeface="ABC Monument Grotesk"/>
                        <a:ea typeface="+mn-ea"/>
                        <a:cs typeface="+mn-cs"/>
                        <a:sym typeface="Calibri"/>
                      </a:endParaRPr>
                    </a:p>
                    <a:p>
                      <a:pPr marL="0" marR="0" lvl="0" indent="0" algn="l" defTabSz="1007486"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schemeClr val="tx1"/>
                          </a:solidFill>
                          <a:effectLst/>
                          <a:uFillTx/>
                          <a:latin typeface="ABC Monument Grotesk"/>
                          <a:ea typeface="+mn-ea"/>
                          <a:cs typeface="+mn-cs"/>
                          <a:sym typeface="Calibri"/>
                        </a:rPr>
                        <a:t>Responsable</a:t>
                      </a:r>
                    </a:p>
                    <a:p>
                      <a:pPr marL="0" marR="0" lvl="0" indent="0" algn="l" defTabSz="1007486"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Lorem </a:t>
                      </a:r>
                      <a:r>
                        <a:rPr kumimoji="0" lang="es-ES" sz="11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ipsum</a:t>
                      </a: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a:t>
                      </a:r>
                      <a:r>
                        <a:rPr kumimoji="0" lang="es-ES" sz="1100" b="0" i="0" u="none" strike="noStrike" kern="1200" cap="none" spc="0" normalizeH="0" baseline="0" noProof="0" dirty="0">
                          <a:ln>
                            <a:noFill/>
                          </a:ln>
                          <a:solidFill>
                            <a:schemeClr val="tx1"/>
                          </a:solidFill>
                          <a:effectLst/>
                          <a:uFillTx/>
                          <a:latin typeface="ABC Monument Grotesk Thin"/>
                          <a:ea typeface="+mn-ea"/>
                          <a:cs typeface="+mn-cs"/>
                          <a:sym typeface="Calibri"/>
                        </a:rPr>
                        <a:t>​</a:t>
                      </a:r>
                      <a:endParaRPr kumimoji="0" lang="es-ES" sz="800" b="0" i="0" u="none" strike="noStrike" kern="1200" cap="none" spc="0" normalizeH="0" baseline="0" noProof="0" dirty="0">
                        <a:ln>
                          <a:noFill/>
                        </a:ln>
                        <a:solidFill>
                          <a:schemeClr val="tx1"/>
                        </a:solidFill>
                        <a:effectLst/>
                        <a:uFillTx/>
                        <a:latin typeface="ABC Monument Grotesk"/>
                        <a:ea typeface="+mn-ea"/>
                        <a:cs typeface="+mn-cs"/>
                        <a:sym typeface="Calibri"/>
                      </a:endParaRPr>
                    </a:p>
                    <a:p>
                      <a:pPr marL="0" marR="0" lvl="0" indent="0" algn="l" defTabSz="1007486" rtl="0" eaLnBrk="1" fontAlgn="auto" latinLnBrk="0" hangingPunct="1">
                        <a:lnSpc>
                          <a:spcPct val="100000"/>
                        </a:lnSpc>
                        <a:spcBef>
                          <a:spcPts val="0"/>
                        </a:spcBef>
                        <a:spcAft>
                          <a:spcPts val="0"/>
                        </a:spcAft>
                        <a:buClrTx/>
                        <a:buSzTx/>
                        <a:buFontTx/>
                        <a:buNone/>
                        <a:tabLst/>
                        <a:defRPr/>
                      </a:pPr>
                      <a:endParaRPr kumimoji="0" lang="es-ES" sz="1100" b="0" i="0" u="none" strike="noStrike" kern="1200" cap="none" spc="0" normalizeH="0" baseline="0" noProof="0" dirty="0">
                        <a:ln>
                          <a:noFill/>
                        </a:ln>
                        <a:solidFill>
                          <a:schemeClr val="tx1"/>
                        </a:solidFill>
                        <a:effectLst/>
                        <a:uFillTx/>
                        <a:latin typeface="ABC Monument Grotesk"/>
                        <a:ea typeface="+mn-ea"/>
                        <a:cs typeface="+mn-cs"/>
                        <a:sym typeface="Calibri"/>
                      </a:endParaRPr>
                    </a:p>
                    <a:p>
                      <a:pPr marL="0" marR="0" lvl="0" indent="0" algn="l" defTabSz="1007486"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schemeClr val="tx1"/>
                          </a:solidFill>
                          <a:effectLst/>
                          <a:uFillTx/>
                          <a:latin typeface="ABC Monument Grotesk"/>
                          <a:ea typeface="+mn-ea"/>
                          <a:cs typeface="+mn-cs"/>
                          <a:sym typeface="Calibri"/>
                        </a:rPr>
                        <a:t>Plazo</a:t>
                      </a:r>
                    </a:p>
                    <a:p>
                      <a:pPr marL="0" marR="0" lvl="0" indent="0" algn="l" defTabSz="1007486"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schemeClr val="tx1"/>
                          </a:solidFill>
                          <a:effectLst/>
                          <a:uFillTx/>
                          <a:latin typeface="ABC Monument Grotesk Thin"/>
                          <a:ea typeface="+mn-ea"/>
                          <a:cs typeface="+mn-cs"/>
                          <a:sym typeface="Calibri"/>
                        </a:rPr>
                        <a:t>31/12/2026</a:t>
                      </a:r>
                    </a:p>
                    <a:p>
                      <a:pPr marL="0" marR="0" lvl="0" indent="0" algn="l" defTabSz="1007486" rtl="0" eaLnBrk="1" fontAlgn="auto" latinLnBrk="0" hangingPunct="1">
                        <a:lnSpc>
                          <a:spcPct val="100000"/>
                        </a:lnSpc>
                        <a:spcBef>
                          <a:spcPts val="0"/>
                        </a:spcBef>
                        <a:spcAft>
                          <a:spcPts val="0"/>
                        </a:spcAft>
                        <a:buClrTx/>
                        <a:buSzTx/>
                        <a:buFontTx/>
                        <a:buNone/>
                        <a:tabLst/>
                        <a:defRPr/>
                      </a:pPr>
                      <a:endParaRPr kumimoji="0" lang="es-ES" sz="1100" b="0" i="0" u="none" strike="noStrike" kern="1200" cap="none" spc="0" normalizeH="0" baseline="0" noProof="0" dirty="0">
                        <a:ln>
                          <a:noFill/>
                        </a:ln>
                        <a:solidFill>
                          <a:schemeClr val="tx1"/>
                        </a:solidFill>
                        <a:effectLst/>
                        <a:uFillTx/>
                        <a:latin typeface="ABC Monument Grotesk Thin"/>
                        <a:ea typeface="+mn-ea"/>
                        <a:cs typeface="+mn-cs"/>
                        <a:sym typeface="Calibri"/>
                      </a:endParaRPr>
                    </a:p>
                    <a:p>
                      <a:pPr marL="0" marR="0" lvl="0" indent="0" algn="l" defTabSz="1007486" rtl="0" eaLnBrk="1" fontAlgn="auto" latinLnBrk="0" hangingPunct="1">
                        <a:lnSpc>
                          <a:spcPct val="100000"/>
                        </a:lnSpc>
                        <a:spcBef>
                          <a:spcPts val="0"/>
                        </a:spcBef>
                        <a:spcAft>
                          <a:spcPts val="0"/>
                        </a:spcAft>
                        <a:buClrTx/>
                        <a:buSzTx/>
                        <a:buFontTx/>
                        <a:buNone/>
                        <a:tabLst/>
                        <a:defRPr/>
                      </a:pPr>
                      <a:endParaRPr kumimoji="0" lang="es-ES" sz="600" b="0" i="0" u="none" strike="noStrike" kern="1200" cap="none" spc="0" normalizeH="0" baseline="0" noProof="0" dirty="0">
                        <a:ln>
                          <a:noFill/>
                        </a:ln>
                        <a:solidFill>
                          <a:schemeClr val="tx1"/>
                        </a:solidFill>
                        <a:effectLst/>
                        <a:uFillTx/>
                        <a:latin typeface="ABC Monument Grotesk"/>
                        <a:ea typeface="+mn-ea"/>
                        <a:cs typeface="+mn-cs"/>
                        <a:sym typeface="Calibri"/>
                      </a:endParaRPr>
                    </a:p>
                    <a:p>
                      <a:pPr marL="0" marR="0" lvl="0" indent="0" algn="l" defTabSz="1007486"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schemeClr val="tx1"/>
                          </a:solidFill>
                          <a:effectLst/>
                          <a:uFillTx/>
                          <a:latin typeface="ABC Monument Grotesk"/>
                          <a:ea typeface="+mn-ea"/>
                          <a:cs typeface="+mn-cs"/>
                          <a:sym typeface="Calibri"/>
                        </a:rPr>
                        <a:t>Área</a:t>
                      </a:r>
                      <a:endParaRPr kumimoji="0" lang="es-ES" sz="600" b="0" i="0" u="none" strike="noStrike" kern="1200" cap="none" spc="0" normalizeH="0" baseline="0" noProof="0" dirty="0">
                        <a:ln>
                          <a:noFill/>
                        </a:ln>
                        <a:solidFill>
                          <a:schemeClr val="tx1"/>
                        </a:solidFill>
                        <a:effectLst/>
                        <a:uFillTx/>
                        <a:latin typeface="ABC Monument Grotesk Thin"/>
                        <a:ea typeface="+mn-ea"/>
                        <a:cs typeface="+mn-cs"/>
                        <a:sym typeface="Calibri"/>
                      </a:endParaRPr>
                    </a:p>
                    <a:p>
                      <a:pPr marL="0" marR="0" lvl="0" indent="0" algn="l" defTabSz="1007486"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Lorem </a:t>
                      </a:r>
                      <a:r>
                        <a:rPr kumimoji="0" lang="es-ES" sz="11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ipsum</a:t>
                      </a: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a:t>
                      </a:r>
                    </a:p>
                    <a:p>
                      <a:pPr marL="0" marR="0" lvl="0" indent="0" algn="l" defTabSz="1007486" rtl="0" eaLnBrk="1" fontAlgn="auto" latinLnBrk="0" hangingPunct="1">
                        <a:lnSpc>
                          <a:spcPct val="100000"/>
                        </a:lnSpc>
                        <a:spcBef>
                          <a:spcPts val="0"/>
                        </a:spcBef>
                        <a:spcAft>
                          <a:spcPts val="0"/>
                        </a:spcAft>
                        <a:buClrTx/>
                        <a:buSzTx/>
                        <a:buFontTx/>
                        <a:buNone/>
                        <a:tabLst/>
                        <a:defRPr/>
                      </a:pPr>
                      <a:endParaRPr kumimoji="0" lang="es-ES" sz="800" b="0" i="0" u="none" strike="noStrike" kern="1200" cap="none" spc="0" normalizeH="0" baseline="0" noProof="0" dirty="0">
                        <a:ln>
                          <a:noFill/>
                        </a:ln>
                        <a:solidFill>
                          <a:schemeClr val="tx1"/>
                        </a:solidFill>
                        <a:effectLst/>
                        <a:uFillTx/>
                        <a:latin typeface="ABC Monument Grotesk"/>
                        <a:ea typeface="+mn-ea"/>
                        <a:cs typeface="+mn-cs"/>
                        <a:sym typeface="Calibri"/>
                      </a:endParaRPr>
                    </a:p>
                    <a:p>
                      <a:pPr marL="0" marR="0" lvl="0" indent="0" algn="l" defTabSz="1007486"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schemeClr val="tx1"/>
                          </a:solidFill>
                          <a:effectLst/>
                          <a:uFillTx/>
                          <a:latin typeface="ABC Monument Grotesk"/>
                          <a:ea typeface="+mn-ea"/>
                          <a:cs typeface="+mn-cs"/>
                          <a:sym typeface="Calibri"/>
                        </a:rPr>
                        <a:t>Responsable</a:t>
                      </a:r>
                    </a:p>
                    <a:p>
                      <a:pPr marL="0" marR="0" lvl="0" indent="0" algn="l" defTabSz="1007486"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Lorem </a:t>
                      </a:r>
                      <a:r>
                        <a:rPr kumimoji="0" lang="es-ES" sz="11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ipsum</a:t>
                      </a: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a:t>
                      </a:r>
                      <a:endParaRPr kumimoji="0" lang="es-ES" sz="800" b="0" i="0" u="none" strike="noStrike" kern="1200" cap="none" spc="0" normalizeH="0" baseline="0" noProof="0" dirty="0">
                        <a:ln>
                          <a:noFill/>
                        </a:ln>
                        <a:solidFill>
                          <a:schemeClr val="tx1"/>
                        </a:solidFill>
                        <a:effectLst/>
                        <a:uFillTx/>
                        <a:latin typeface="ABC Monument Grotesk"/>
                        <a:ea typeface="+mn-ea"/>
                        <a:cs typeface="+mn-cs"/>
                        <a:sym typeface="Calibri"/>
                      </a:endParaRPr>
                    </a:p>
                    <a:p>
                      <a:pPr marL="0" marR="0" lvl="0" indent="0" algn="l" defTabSz="1007486"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schemeClr val="tx1"/>
                          </a:solidFill>
                          <a:effectLst/>
                          <a:uFillTx/>
                          <a:latin typeface="ABC Monument Grotesk"/>
                          <a:ea typeface="+mn-ea"/>
                          <a:cs typeface="+mn-cs"/>
                          <a:sym typeface="Calibri"/>
                        </a:rPr>
                        <a:t>Plazo</a:t>
                      </a:r>
                    </a:p>
                    <a:p>
                      <a:pPr marL="0" marR="0" lvl="0" indent="0" algn="l" defTabSz="1007486"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schemeClr val="tx1"/>
                          </a:solidFill>
                          <a:effectLst/>
                          <a:uFillTx/>
                          <a:latin typeface="ABC Monument Grotesk Thin"/>
                          <a:ea typeface="+mn-ea"/>
                          <a:cs typeface="+mn-cs"/>
                          <a:sym typeface="Calibri"/>
                        </a:rPr>
                        <a:t>31/12/2026</a:t>
                      </a:r>
                    </a:p>
                    <a:p>
                      <a:pPr marL="0" marR="0" lvl="0" indent="0" algn="l" defTabSz="1007486" rtl="0" eaLnBrk="1" fontAlgn="auto" latinLnBrk="0" hangingPunct="1">
                        <a:lnSpc>
                          <a:spcPct val="100000"/>
                        </a:lnSpc>
                        <a:spcBef>
                          <a:spcPts val="0"/>
                        </a:spcBef>
                        <a:spcAft>
                          <a:spcPts val="0"/>
                        </a:spcAft>
                        <a:buClrTx/>
                        <a:buSzTx/>
                        <a:buFontTx/>
                        <a:buNone/>
                        <a:tabLst/>
                        <a:defRPr/>
                      </a:pPr>
                      <a:endParaRPr kumimoji="0" lang="es-ES" sz="1400" b="0" i="0" u="none" strike="noStrike" kern="1200" cap="none" spc="0" normalizeH="0" baseline="0" noProof="0" dirty="0">
                        <a:ln>
                          <a:noFill/>
                        </a:ln>
                        <a:solidFill>
                          <a:schemeClr val="tx1"/>
                        </a:solidFill>
                        <a:effectLst/>
                        <a:uFillTx/>
                        <a:latin typeface="ABC Monument Grotesk"/>
                        <a:ea typeface="+mn-ea"/>
                        <a:cs typeface="+mn-cs"/>
                        <a:sym typeface="Calibri"/>
                      </a:endParaRPr>
                    </a:p>
                    <a:p>
                      <a:pPr marL="0" marR="0" lvl="0" indent="0" algn="l" defTabSz="1007486"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schemeClr val="tx1"/>
                          </a:solidFill>
                          <a:effectLst/>
                          <a:uFillTx/>
                          <a:latin typeface="ABC Monument Grotesk"/>
                          <a:ea typeface="+mn-ea"/>
                          <a:cs typeface="+mn-cs"/>
                          <a:sym typeface="Calibri"/>
                        </a:rPr>
                        <a:t>Área</a:t>
                      </a:r>
                      <a:endParaRPr kumimoji="0" lang="es-ES" sz="600" b="0" i="0" u="none" strike="noStrike" kern="1200" cap="none" spc="0" normalizeH="0" baseline="0" noProof="0" dirty="0">
                        <a:ln>
                          <a:noFill/>
                        </a:ln>
                        <a:solidFill>
                          <a:schemeClr val="tx1"/>
                        </a:solidFill>
                        <a:effectLst/>
                        <a:uFillTx/>
                        <a:latin typeface="ABC Monument Grotesk Thin"/>
                        <a:ea typeface="+mn-ea"/>
                        <a:cs typeface="+mn-cs"/>
                        <a:sym typeface="Calibri"/>
                      </a:endParaRPr>
                    </a:p>
                    <a:p>
                      <a:pPr marL="0" marR="0" lvl="0" indent="0" algn="l" defTabSz="1007486"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Lorem </a:t>
                      </a:r>
                      <a:r>
                        <a:rPr kumimoji="0" lang="es-ES" sz="11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ipsum</a:t>
                      </a: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a:t>
                      </a:r>
                    </a:p>
                    <a:p>
                      <a:pPr marL="0" marR="0" lvl="0" indent="0" algn="l" defTabSz="1007486" rtl="0" eaLnBrk="1" fontAlgn="auto" latinLnBrk="0" hangingPunct="1">
                        <a:lnSpc>
                          <a:spcPct val="100000"/>
                        </a:lnSpc>
                        <a:spcBef>
                          <a:spcPts val="0"/>
                        </a:spcBef>
                        <a:spcAft>
                          <a:spcPts val="0"/>
                        </a:spcAft>
                        <a:buClrTx/>
                        <a:buSzTx/>
                        <a:buFontTx/>
                        <a:buNone/>
                        <a:tabLst/>
                        <a:defRPr/>
                      </a:pPr>
                      <a:endParaRPr kumimoji="0" lang="es-ES" sz="800" b="0" i="0" u="none" strike="noStrike" kern="1200" cap="none" spc="0" normalizeH="0" baseline="0" noProof="0" dirty="0">
                        <a:ln>
                          <a:noFill/>
                        </a:ln>
                        <a:solidFill>
                          <a:schemeClr val="tx1"/>
                        </a:solidFill>
                        <a:effectLst/>
                        <a:uFillTx/>
                        <a:latin typeface="ABC Monument Grotesk"/>
                        <a:ea typeface="+mn-ea"/>
                        <a:cs typeface="+mn-cs"/>
                        <a:sym typeface="Calibri"/>
                      </a:endParaRPr>
                    </a:p>
                    <a:p>
                      <a:pPr marL="0" marR="0" lvl="0" indent="0" algn="l" defTabSz="1007486"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schemeClr val="tx1"/>
                          </a:solidFill>
                          <a:effectLst/>
                          <a:uFillTx/>
                          <a:latin typeface="ABC Monument Grotesk"/>
                          <a:ea typeface="+mn-ea"/>
                          <a:cs typeface="+mn-cs"/>
                          <a:sym typeface="Calibri"/>
                        </a:rPr>
                        <a:t>Responsable</a:t>
                      </a:r>
                    </a:p>
                    <a:p>
                      <a:pPr marL="0" marR="0" lvl="0" indent="0" algn="l" defTabSz="1007486"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Lorem </a:t>
                      </a:r>
                      <a:r>
                        <a:rPr kumimoji="0" lang="es-ES" sz="11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ipsum</a:t>
                      </a: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a:t>
                      </a:r>
                    </a:p>
                    <a:p>
                      <a:pPr marL="0" marR="0" lvl="0" indent="0" algn="l" defTabSz="1007486" rtl="0" eaLnBrk="1" fontAlgn="auto" latinLnBrk="0" hangingPunct="1">
                        <a:lnSpc>
                          <a:spcPct val="100000"/>
                        </a:lnSpc>
                        <a:spcBef>
                          <a:spcPts val="0"/>
                        </a:spcBef>
                        <a:spcAft>
                          <a:spcPts val="0"/>
                        </a:spcAft>
                        <a:buClrTx/>
                        <a:buSzTx/>
                        <a:buFontTx/>
                        <a:buNone/>
                        <a:tabLst/>
                        <a:defRPr/>
                      </a:pPr>
                      <a:endParaRPr kumimoji="0" lang="es-ES" sz="900" b="0" i="0" u="none" strike="noStrike" kern="1200" cap="none" spc="0" normalizeH="0" baseline="0" noProof="0" dirty="0">
                        <a:ln>
                          <a:noFill/>
                        </a:ln>
                        <a:solidFill>
                          <a:schemeClr val="tx1"/>
                        </a:solidFill>
                        <a:effectLst/>
                        <a:uFillTx/>
                        <a:latin typeface="ABC Monument Grotesk"/>
                        <a:ea typeface="+mn-ea"/>
                        <a:cs typeface="+mn-cs"/>
                        <a:sym typeface="Calibri"/>
                      </a:endParaRPr>
                    </a:p>
                    <a:p>
                      <a:pPr marL="0" marR="0" lvl="0" indent="0" algn="l" defTabSz="1007486"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schemeClr val="tx1"/>
                          </a:solidFill>
                          <a:effectLst/>
                          <a:uFillTx/>
                          <a:latin typeface="ABC Monument Grotesk"/>
                          <a:ea typeface="+mn-ea"/>
                          <a:cs typeface="+mn-cs"/>
                          <a:sym typeface="Calibri"/>
                        </a:rPr>
                        <a:t>Área relacionada</a:t>
                      </a:r>
                    </a:p>
                    <a:p>
                      <a:pPr marL="0" marR="0" lvl="0" indent="0" algn="l" defTabSz="1007486"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Lorem </a:t>
                      </a:r>
                      <a:r>
                        <a:rPr kumimoji="0" lang="es-ES" sz="11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ipsum</a:t>
                      </a: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a:t>
                      </a:r>
                    </a:p>
                    <a:p>
                      <a:pPr marL="0" marR="0" lvl="0" indent="0" algn="l" defTabSz="1007486" rtl="0" eaLnBrk="1" fontAlgn="auto" latinLnBrk="0" hangingPunct="1">
                        <a:lnSpc>
                          <a:spcPct val="100000"/>
                        </a:lnSpc>
                        <a:spcBef>
                          <a:spcPts val="0"/>
                        </a:spcBef>
                        <a:spcAft>
                          <a:spcPts val="0"/>
                        </a:spcAft>
                        <a:buClrTx/>
                        <a:buSzTx/>
                        <a:buFontTx/>
                        <a:buNone/>
                        <a:tabLst/>
                        <a:defRPr/>
                      </a:pPr>
                      <a:endParaRPr kumimoji="0" lang="es-ES" sz="1100" b="0" i="0" u="none" strike="noStrike" kern="1200" cap="none" spc="0" normalizeH="0" baseline="0" noProof="0" dirty="0">
                        <a:ln>
                          <a:noFill/>
                        </a:ln>
                        <a:solidFill>
                          <a:schemeClr val="tx1"/>
                        </a:solidFill>
                        <a:effectLst/>
                        <a:uFillTx/>
                        <a:latin typeface="ABC Monument Grotesk"/>
                        <a:ea typeface="+mn-ea"/>
                        <a:cs typeface="+mn-cs"/>
                        <a:sym typeface="Calibri"/>
                      </a:endParaRPr>
                    </a:p>
                    <a:p>
                      <a:pPr marL="0" marR="0" lvl="0" indent="0" algn="just" defTabSz="1007486"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schemeClr val="tx1"/>
                          </a:solidFill>
                          <a:effectLst/>
                          <a:uFillTx/>
                          <a:latin typeface="ABC Monument Grotesk"/>
                          <a:ea typeface="+mn-ea"/>
                          <a:cs typeface="+mn-cs"/>
                          <a:sym typeface="Calibri"/>
                        </a:rPr>
                        <a:t>Plazo</a:t>
                      </a:r>
                    </a:p>
                    <a:p>
                      <a:pPr marL="0" marR="0" lvl="0" indent="0" algn="just" defTabSz="1007486"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schemeClr val="tx1"/>
                          </a:solidFill>
                          <a:effectLst/>
                          <a:uFillTx/>
                          <a:latin typeface="ABC Monument Grotesk Thin"/>
                          <a:ea typeface="+mn-ea"/>
                          <a:cs typeface="+mn-cs"/>
                          <a:sym typeface="Calibri"/>
                        </a:rPr>
                        <a:t>31/12/2026</a:t>
                      </a:r>
                    </a:p>
                  </a:txBody>
                  <a:tcPr marL="72000" marR="72000" marT="108000" marB="72000">
                    <a:lnL w="6350" cap="flat" cmpd="sng" algn="ctr">
                      <a:solidFill>
                        <a:schemeClr val="bg1"/>
                      </a:solidFill>
                      <a:prstDash val="sysDashDotDot"/>
                      <a:round/>
                      <a:headEnd type="none" w="med" len="med"/>
                      <a:tailEnd type="none" w="med" len="med"/>
                    </a:lnL>
                    <a:lnR w="6350" cap="flat" cmpd="sng" algn="ctr">
                      <a:solidFill>
                        <a:schemeClr val="bg1"/>
                      </a:solidFill>
                      <a:prstDash val="sysDashDotDot"/>
                      <a:round/>
                      <a:headEnd type="none" w="med" len="med"/>
                      <a:tailEnd type="none" w="med" len="med"/>
                    </a:lnR>
                    <a:lnT w="6350" cap="flat" cmpd="sng" algn="ctr">
                      <a:solidFill>
                        <a:srgbClr val="958473"/>
                      </a:solidFill>
                      <a:prstDash val="solid"/>
                      <a:round/>
                      <a:headEnd type="none" w="med" len="med"/>
                      <a:tailEnd type="none" w="med" len="med"/>
                    </a:lnT>
                    <a:lnB w="6350" cap="flat" cmpd="sng" algn="ctr">
                      <a:solidFill>
                        <a:srgbClr val="958473"/>
                      </a:solidFill>
                      <a:prstDash val="solid"/>
                      <a:round/>
                      <a:headEnd type="none" w="med" len="med"/>
                      <a:tailEnd type="none" w="med" len="med"/>
                    </a:lnB>
                  </a:tcPr>
                </a:tc>
                <a:extLst>
                  <a:ext uri="{0D108BD9-81ED-4DB2-BD59-A6C34878D82A}">
                    <a16:rowId xmlns:a16="http://schemas.microsoft.com/office/drawing/2014/main" val="1122167098"/>
                  </a:ext>
                </a:extLst>
              </a:tr>
            </a:tbl>
          </a:graphicData>
        </a:graphic>
      </p:graphicFrame>
      <p:sp>
        <p:nvSpPr>
          <p:cNvPr id="4" name="Rectangle 3" hidden="1">
            <a:extLst>
              <a:ext uri="{FF2B5EF4-FFF2-40B4-BE49-F238E27FC236}">
                <a16:creationId xmlns:a16="http://schemas.microsoft.com/office/drawing/2014/main" id="{82DC721E-5561-6C4B-B4A7-DDF6E22226C2}"/>
              </a:ext>
            </a:extLst>
          </p:cNvPr>
          <p:cNvSpPr/>
          <p:nvPr/>
        </p:nvSpPr>
        <p:spPr>
          <a:xfrm>
            <a:off x="160" y="0"/>
            <a:ext cx="144076" cy="1440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defPPr>
              <a:defRPr lang="es-ES"/>
            </a:defPPr>
            <a:lvl1pPr marL="0" algn="l" defTabSz="829818" rtl="0" eaLnBrk="1" latinLnBrk="0" hangingPunct="1">
              <a:defRPr sz="1634" kern="1200">
                <a:solidFill>
                  <a:schemeClr val="tx1"/>
                </a:solidFill>
                <a:latin typeface="+mn-lt"/>
                <a:ea typeface="+mn-ea"/>
                <a:cs typeface="+mn-cs"/>
              </a:defRPr>
            </a:lvl1pPr>
            <a:lvl2pPr marL="414909" algn="l" defTabSz="829818" rtl="0" eaLnBrk="1" latinLnBrk="0" hangingPunct="1">
              <a:defRPr sz="1634" kern="1200">
                <a:solidFill>
                  <a:schemeClr val="tx1"/>
                </a:solidFill>
                <a:latin typeface="+mn-lt"/>
                <a:ea typeface="+mn-ea"/>
                <a:cs typeface="+mn-cs"/>
              </a:defRPr>
            </a:lvl2pPr>
            <a:lvl3pPr marL="829818" algn="l" defTabSz="829818" rtl="0" eaLnBrk="1" latinLnBrk="0" hangingPunct="1">
              <a:defRPr sz="1634" kern="1200">
                <a:solidFill>
                  <a:schemeClr val="tx1"/>
                </a:solidFill>
                <a:latin typeface="+mn-lt"/>
                <a:ea typeface="+mn-ea"/>
                <a:cs typeface="+mn-cs"/>
              </a:defRPr>
            </a:lvl3pPr>
            <a:lvl4pPr marL="1244727" algn="l" defTabSz="829818" rtl="0" eaLnBrk="1" latinLnBrk="0" hangingPunct="1">
              <a:defRPr sz="1634" kern="1200">
                <a:solidFill>
                  <a:schemeClr val="tx1"/>
                </a:solidFill>
                <a:latin typeface="+mn-lt"/>
                <a:ea typeface="+mn-ea"/>
                <a:cs typeface="+mn-cs"/>
              </a:defRPr>
            </a:lvl4pPr>
            <a:lvl5pPr marL="1659636" algn="l" defTabSz="829818" rtl="0" eaLnBrk="1" latinLnBrk="0" hangingPunct="1">
              <a:defRPr sz="1634" kern="1200">
                <a:solidFill>
                  <a:schemeClr val="tx1"/>
                </a:solidFill>
                <a:latin typeface="+mn-lt"/>
                <a:ea typeface="+mn-ea"/>
                <a:cs typeface="+mn-cs"/>
              </a:defRPr>
            </a:lvl5pPr>
            <a:lvl6pPr marL="2074545" algn="l" defTabSz="829818" rtl="0" eaLnBrk="1" latinLnBrk="0" hangingPunct="1">
              <a:defRPr sz="1634" kern="1200">
                <a:solidFill>
                  <a:schemeClr val="tx1"/>
                </a:solidFill>
                <a:latin typeface="+mn-lt"/>
                <a:ea typeface="+mn-ea"/>
                <a:cs typeface="+mn-cs"/>
              </a:defRPr>
            </a:lvl6pPr>
            <a:lvl7pPr marL="2489454" algn="l" defTabSz="829818" rtl="0" eaLnBrk="1" latinLnBrk="0" hangingPunct="1">
              <a:defRPr sz="1634" kern="1200">
                <a:solidFill>
                  <a:schemeClr val="tx1"/>
                </a:solidFill>
                <a:latin typeface="+mn-lt"/>
                <a:ea typeface="+mn-ea"/>
                <a:cs typeface="+mn-cs"/>
              </a:defRPr>
            </a:lvl7pPr>
            <a:lvl8pPr marL="2904363" algn="l" defTabSz="829818" rtl="0" eaLnBrk="1" latinLnBrk="0" hangingPunct="1">
              <a:defRPr sz="1634" kern="1200">
                <a:solidFill>
                  <a:schemeClr val="tx1"/>
                </a:solidFill>
                <a:latin typeface="+mn-lt"/>
                <a:ea typeface="+mn-ea"/>
                <a:cs typeface="+mn-cs"/>
              </a:defRPr>
            </a:lvl8pPr>
            <a:lvl9pPr marL="3319272" algn="l" defTabSz="829818" rtl="0" eaLnBrk="1" latinLnBrk="0" hangingPunct="1">
              <a:defRPr sz="1634" kern="1200">
                <a:solidFill>
                  <a:schemeClr val="tx1"/>
                </a:solidFill>
                <a:latin typeface="+mn-lt"/>
                <a:ea typeface="+mn-ea"/>
                <a:cs typeface="+mn-cs"/>
              </a:defRPr>
            </a:lvl9pPr>
          </a:lstStyle>
          <a:p>
            <a:pPr algn="ctr"/>
            <a:endParaRPr lang="es-ES" sz="2541">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10" name="Marcador de número de diapositiva 1">
            <a:extLst>
              <a:ext uri="{FF2B5EF4-FFF2-40B4-BE49-F238E27FC236}">
                <a16:creationId xmlns:a16="http://schemas.microsoft.com/office/drawing/2014/main" id="{0E0B4029-7FE3-F50E-8F9C-CEFE11C8CDCC}"/>
              </a:ext>
            </a:extLst>
          </p:cNvPr>
          <p:cNvSpPr txBox="1">
            <a:spLocks/>
          </p:cNvSpPr>
          <p:nvPr/>
        </p:nvSpPr>
        <p:spPr>
          <a:xfrm>
            <a:off x="11684725" y="6623540"/>
            <a:ext cx="512665" cy="232052"/>
          </a:xfrm>
          <a:prstGeom prst="rect">
            <a:avLst/>
          </a:prstGeom>
        </p:spPr>
        <p:txBody>
          <a:bodyPr/>
          <a:lstStyle>
            <a:defPPr>
              <a:defRPr lang="es-ES"/>
            </a:defPPr>
            <a:lvl1pPr marL="0" algn="l" defTabSz="829818" rtl="0" eaLnBrk="1" latinLnBrk="0" hangingPunct="1">
              <a:defRPr sz="1634" kern="1200">
                <a:solidFill>
                  <a:schemeClr val="tx1"/>
                </a:solidFill>
                <a:latin typeface="+mn-lt"/>
                <a:ea typeface="+mn-ea"/>
                <a:cs typeface="+mn-cs"/>
              </a:defRPr>
            </a:lvl1pPr>
            <a:lvl2pPr marL="414909" algn="l" defTabSz="829818" rtl="0" eaLnBrk="1" latinLnBrk="0" hangingPunct="1">
              <a:defRPr sz="1634" kern="1200">
                <a:solidFill>
                  <a:schemeClr val="tx1"/>
                </a:solidFill>
                <a:latin typeface="+mn-lt"/>
                <a:ea typeface="+mn-ea"/>
                <a:cs typeface="+mn-cs"/>
              </a:defRPr>
            </a:lvl2pPr>
            <a:lvl3pPr marL="829818" algn="l" defTabSz="829818" rtl="0" eaLnBrk="1" latinLnBrk="0" hangingPunct="1">
              <a:defRPr sz="1634" kern="1200">
                <a:solidFill>
                  <a:schemeClr val="tx1"/>
                </a:solidFill>
                <a:latin typeface="+mn-lt"/>
                <a:ea typeface="+mn-ea"/>
                <a:cs typeface="+mn-cs"/>
              </a:defRPr>
            </a:lvl3pPr>
            <a:lvl4pPr marL="1244727" algn="l" defTabSz="829818" rtl="0" eaLnBrk="1" latinLnBrk="0" hangingPunct="1">
              <a:defRPr sz="1634" kern="1200">
                <a:solidFill>
                  <a:schemeClr val="tx1"/>
                </a:solidFill>
                <a:latin typeface="+mn-lt"/>
                <a:ea typeface="+mn-ea"/>
                <a:cs typeface="+mn-cs"/>
              </a:defRPr>
            </a:lvl4pPr>
            <a:lvl5pPr marL="1659636" algn="l" defTabSz="829818" rtl="0" eaLnBrk="1" latinLnBrk="0" hangingPunct="1">
              <a:defRPr sz="1634" kern="1200">
                <a:solidFill>
                  <a:schemeClr val="tx1"/>
                </a:solidFill>
                <a:latin typeface="+mn-lt"/>
                <a:ea typeface="+mn-ea"/>
                <a:cs typeface="+mn-cs"/>
              </a:defRPr>
            </a:lvl5pPr>
            <a:lvl6pPr marL="2074545" algn="l" defTabSz="829818" rtl="0" eaLnBrk="1" latinLnBrk="0" hangingPunct="1">
              <a:defRPr sz="1634" kern="1200">
                <a:solidFill>
                  <a:schemeClr val="tx1"/>
                </a:solidFill>
                <a:latin typeface="+mn-lt"/>
                <a:ea typeface="+mn-ea"/>
                <a:cs typeface="+mn-cs"/>
              </a:defRPr>
            </a:lvl6pPr>
            <a:lvl7pPr marL="2489454" algn="l" defTabSz="829818" rtl="0" eaLnBrk="1" latinLnBrk="0" hangingPunct="1">
              <a:defRPr sz="1634" kern="1200">
                <a:solidFill>
                  <a:schemeClr val="tx1"/>
                </a:solidFill>
                <a:latin typeface="+mn-lt"/>
                <a:ea typeface="+mn-ea"/>
                <a:cs typeface="+mn-cs"/>
              </a:defRPr>
            </a:lvl7pPr>
            <a:lvl8pPr marL="2904363" algn="l" defTabSz="829818" rtl="0" eaLnBrk="1" latinLnBrk="0" hangingPunct="1">
              <a:defRPr sz="1634" kern="1200">
                <a:solidFill>
                  <a:schemeClr val="tx1"/>
                </a:solidFill>
                <a:latin typeface="+mn-lt"/>
                <a:ea typeface="+mn-ea"/>
                <a:cs typeface="+mn-cs"/>
              </a:defRPr>
            </a:lvl8pPr>
            <a:lvl9pPr marL="3319272" algn="l" defTabSz="829818" rtl="0" eaLnBrk="1" latinLnBrk="0" hangingPunct="1">
              <a:defRPr sz="1634" kern="1200">
                <a:solidFill>
                  <a:schemeClr val="tx1"/>
                </a:solidFill>
                <a:latin typeface="+mn-lt"/>
                <a:ea typeface="+mn-ea"/>
                <a:cs typeface="+mn-cs"/>
              </a:defRPr>
            </a:lvl9pPr>
          </a:lstStyle>
          <a:p>
            <a:pPr marL="70891" algn="r"/>
            <a:fld id="{81D60167-4931-47E6-BA6A-407CBD079E47}" type="slidenum">
              <a:rPr lang="es-ES" sz="771" spc="32" smtClean="0">
                <a:solidFill>
                  <a:srgbClr val="898989"/>
                </a:solidFill>
                <a:latin typeface="ABC Monument Grotesk Thin" panose="020B0204040202060203" pitchFamily="34" charset="0"/>
                <a:cs typeface="Arial"/>
              </a:rPr>
              <a:pPr marL="70891" algn="r"/>
              <a:t>8</a:t>
            </a:fld>
            <a:endParaRPr lang="es-ES" sz="771">
              <a:latin typeface="ABC Monument Grotesk Thin" panose="020B0204040202060203" pitchFamily="34" charset="0"/>
              <a:cs typeface="Arial"/>
            </a:endParaRPr>
          </a:p>
        </p:txBody>
      </p:sp>
      <p:sp>
        <p:nvSpPr>
          <p:cNvPr id="8" name="object 3">
            <a:extLst>
              <a:ext uri="{FF2B5EF4-FFF2-40B4-BE49-F238E27FC236}">
                <a16:creationId xmlns:a16="http://schemas.microsoft.com/office/drawing/2014/main" id="{8524644B-C0C5-27C3-68EC-8DB2B1A04766}"/>
              </a:ext>
            </a:extLst>
          </p:cNvPr>
          <p:cNvSpPr txBox="1">
            <a:spLocks/>
          </p:cNvSpPr>
          <p:nvPr/>
        </p:nvSpPr>
        <p:spPr>
          <a:xfrm>
            <a:off x="641252" y="318230"/>
            <a:ext cx="6033495" cy="344804"/>
          </a:xfrm>
          <a:prstGeom prst="rect">
            <a:avLst/>
          </a:prstGeom>
        </p:spPr>
        <p:txBody>
          <a:bodyPr vert="horz" wrap="square" lIns="0" tIns="0" rIns="0" bIns="0" rtlCol="0" anchor="t">
            <a:noAutofit/>
          </a:bodyPr>
          <a:lstStyle>
            <a:defPPr>
              <a:defRPr lang="es-ES"/>
            </a:defPPr>
            <a:lvl1pPr marL="0" algn="l" defTabSz="829818" rtl="0" eaLnBrk="1" latinLnBrk="0" hangingPunct="1">
              <a:defRPr sz="1634" kern="1200">
                <a:solidFill>
                  <a:schemeClr val="tx1"/>
                </a:solidFill>
                <a:latin typeface="+mn-lt"/>
                <a:ea typeface="+mn-ea"/>
                <a:cs typeface="+mn-cs"/>
              </a:defRPr>
            </a:lvl1pPr>
            <a:lvl2pPr marL="414909" algn="l" defTabSz="829818" rtl="0" eaLnBrk="1" latinLnBrk="0" hangingPunct="1">
              <a:defRPr sz="1634" kern="1200">
                <a:solidFill>
                  <a:schemeClr val="tx1"/>
                </a:solidFill>
                <a:latin typeface="+mn-lt"/>
                <a:ea typeface="+mn-ea"/>
                <a:cs typeface="+mn-cs"/>
              </a:defRPr>
            </a:lvl2pPr>
            <a:lvl3pPr marL="829818" algn="l" defTabSz="829818" rtl="0" eaLnBrk="1" latinLnBrk="0" hangingPunct="1">
              <a:defRPr sz="1634" kern="1200">
                <a:solidFill>
                  <a:schemeClr val="tx1"/>
                </a:solidFill>
                <a:latin typeface="+mn-lt"/>
                <a:ea typeface="+mn-ea"/>
                <a:cs typeface="+mn-cs"/>
              </a:defRPr>
            </a:lvl3pPr>
            <a:lvl4pPr marL="1244727" algn="l" defTabSz="829818" rtl="0" eaLnBrk="1" latinLnBrk="0" hangingPunct="1">
              <a:defRPr sz="1634" kern="1200">
                <a:solidFill>
                  <a:schemeClr val="tx1"/>
                </a:solidFill>
                <a:latin typeface="+mn-lt"/>
                <a:ea typeface="+mn-ea"/>
                <a:cs typeface="+mn-cs"/>
              </a:defRPr>
            </a:lvl4pPr>
            <a:lvl5pPr marL="1659636" algn="l" defTabSz="829818" rtl="0" eaLnBrk="1" latinLnBrk="0" hangingPunct="1">
              <a:defRPr sz="1634" kern="1200">
                <a:solidFill>
                  <a:schemeClr val="tx1"/>
                </a:solidFill>
                <a:latin typeface="+mn-lt"/>
                <a:ea typeface="+mn-ea"/>
                <a:cs typeface="+mn-cs"/>
              </a:defRPr>
            </a:lvl5pPr>
            <a:lvl6pPr marL="2074545" algn="l" defTabSz="829818" rtl="0" eaLnBrk="1" latinLnBrk="0" hangingPunct="1">
              <a:defRPr sz="1634" kern="1200">
                <a:solidFill>
                  <a:schemeClr val="tx1"/>
                </a:solidFill>
                <a:latin typeface="+mn-lt"/>
                <a:ea typeface="+mn-ea"/>
                <a:cs typeface="+mn-cs"/>
              </a:defRPr>
            </a:lvl6pPr>
            <a:lvl7pPr marL="2489454" algn="l" defTabSz="829818" rtl="0" eaLnBrk="1" latinLnBrk="0" hangingPunct="1">
              <a:defRPr sz="1634" kern="1200">
                <a:solidFill>
                  <a:schemeClr val="tx1"/>
                </a:solidFill>
                <a:latin typeface="+mn-lt"/>
                <a:ea typeface="+mn-ea"/>
                <a:cs typeface="+mn-cs"/>
              </a:defRPr>
            </a:lvl7pPr>
            <a:lvl8pPr marL="2904363" algn="l" defTabSz="829818" rtl="0" eaLnBrk="1" latinLnBrk="0" hangingPunct="1">
              <a:defRPr sz="1634" kern="1200">
                <a:solidFill>
                  <a:schemeClr val="tx1"/>
                </a:solidFill>
                <a:latin typeface="+mn-lt"/>
                <a:ea typeface="+mn-ea"/>
                <a:cs typeface="+mn-cs"/>
              </a:defRPr>
            </a:lvl8pPr>
            <a:lvl9pPr marL="3319272" algn="l" defTabSz="829818" rtl="0" eaLnBrk="1" latinLnBrk="0" hangingPunct="1">
              <a:defRPr sz="1634" kern="1200">
                <a:solidFill>
                  <a:schemeClr val="tx1"/>
                </a:solidFill>
                <a:latin typeface="+mn-lt"/>
                <a:ea typeface="+mn-ea"/>
                <a:cs typeface="+mn-cs"/>
              </a:defRPr>
            </a:lvl9pPr>
          </a:lstStyle>
          <a:p>
            <a:pPr marL="36830">
              <a:lnSpc>
                <a:spcPct val="70658"/>
              </a:lnSpc>
              <a:tabLst>
                <a:tab pos="6025005" algn="l"/>
              </a:tabLst>
            </a:pPr>
            <a:r>
              <a:rPr lang="es-ES" sz="3600" spc="163">
                <a:solidFill>
                  <a:srgbClr val="231F20"/>
                </a:solidFill>
                <a:latin typeface="ABC Monument Grotesk" panose="020B0504040202060203" pitchFamily="34" charset="0"/>
                <a:cs typeface="Times New Roman"/>
              </a:rPr>
              <a:t>Detalle de conclusiones</a:t>
            </a:r>
            <a:endParaRPr lang="es-ES" sz="4000">
              <a:latin typeface="ABC Monument Grotesk" panose="020B0504040202060203" pitchFamily="34" charset="0"/>
              <a:cs typeface="Arial"/>
            </a:endParaRPr>
          </a:p>
        </p:txBody>
      </p:sp>
      <p:pic>
        <p:nvPicPr>
          <p:cNvPr id="6" name="Imagen 12">
            <a:extLst>
              <a:ext uri="{FF2B5EF4-FFF2-40B4-BE49-F238E27FC236}">
                <a16:creationId xmlns:a16="http://schemas.microsoft.com/office/drawing/2014/main" id="{6E8D4C67-DB50-4AB0-8BC1-6C9CAF16EAE8}"/>
              </a:ext>
            </a:extLst>
          </p:cNvPr>
          <p:cNvPicPr>
            <a:picLocks noChangeAspect="1"/>
          </p:cNvPicPr>
          <p:nvPr/>
        </p:nvPicPr>
        <p:blipFill>
          <a:blip r:embed="rId2"/>
          <a:stretch>
            <a:fillRect/>
          </a:stretch>
        </p:blipFill>
        <p:spPr>
          <a:xfrm>
            <a:off x="1022348" y="4252405"/>
            <a:ext cx="7102733" cy="809625"/>
          </a:xfrm>
          <a:prstGeom prst="rect">
            <a:avLst/>
          </a:prstGeom>
        </p:spPr>
      </p:pic>
    </p:spTree>
    <p:extLst>
      <p:ext uri="{BB962C8B-B14F-4D97-AF65-F5344CB8AC3E}">
        <p14:creationId xmlns:p14="http://schemas.microsoft.com/office/powerpoint/2010/main" val="3711826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4">
            <a:extLst>
              <a:ext uri="{FF2B5EF4-FFF2-40B4-BE49-F238E27FC236}">
                <a16:creationId xmlns:a16="http://schemas.microsoft.com/office/drawing/2014/main" id="{ED3A1957-3A80-4866-938F-EFE7D284A52F}"/>
              </a:ext>
            </a:extLst>
          </p:cNvPr>
          <p:cNvSpPr txBox="1"/>
          <p:nvPr/>
        </p:nvSpPr>
        <p:spPr>
          <a:xfrm>
            <a:off x="879802" y="1280551"/>
            <a:ext cx="10957567" cy="3938831"/>
          </a:xfrm>
          <a:prstGeom prst="rect">
            <a:avLst/>
          </a:prstGeom>
        </p:spPr>
        <p:txBody>
          <a:bodyPr vert="horz" wrap="square" lIns="0" tIns="0" rIns="0" bIns="0" rtlCol="0">
            <a:noAutofit/>
          </a:bodyPr>
          <a:lstStyle>
            <a:defPPr>
              <a:defRPr lang="es-ES"/>
            </a:defPPr>
            <a:lvl1pPr marL="0" algn="l" defTabSz="829818" rtl="0" eaLnBrk="1" latinLnBrk="0" hangingPunct="1">
              <a:defRPr sz="1634" kern="1200">
                <a:solidFill>
                  <a:schemeClr val="tx1"/>
                </a:solidFill>
                <a:latin typeface="+mn-lt"/>
                <a:ea typeface="+mn-ea"/>
                <a:cs typeface="+mn-cs"/>
              </a:defRPr>
            </a:lvl1pPr>
            <a:lvl2pPr marL="414909" algn="l" defTabSz="829818" rtl="0" eaLnBrk="1" latinLnBrk="0" hangingPunct="1">
              <a:defRPr sz="1634" kern="1200">
                <a:solidFill>
                  <a:schemeClr val="tx1"/>
                </a:solidFill>
                <a:latin typeface="+mn-lt"/>
                <a:ea typeface="+mn-ea"/>
                <a:cs typeface="+mn-cs"/>
              </a:defRPr>
            </a:lvl2pPr>
            <a:lvl3pPr marL="829818" algn="l" defTabSz="829818" rtl="0" eaLnBrk="1" latinLnBrk="0" hangingPunct="1">
              <a:defRPr sz="1634" kern="1200">
                <a:solidFill>
                  <a:schemeClr val="tx1"/>
                </a:solidFill>
                <a:latin typeface="+mn-lt"/>
                <a:ea typeface="+mn-ea"/>
                <a:cs typeface="+mn-cs"/>
              </a:defRPr>
            </a:lvl3pPr>
            <a:lvl4pPr marL="1244727" algn="l" defTabSz="829818" rtl="0" eaLnBrk="1" latinLnBrk="0" hangingPunct="1">
              <a:defRPr sz="1634" kern="1200">
                <a:solidFill>
                  <a:schemeClr val="tx1"/>
                </a:solidFill>
                <a:latin typeface="+mn-lt"/>
                <a:ea typeface="+mn-ea"/>
                <a:cs typeface="+mn-cs"/>
              </a:defRPr>
            </a:lvl4pPr>
            <a:lvl5pPr marL="1659636" algn="l" defTabSz="829818" rtl="0" eaLnBrk="1" latinLnBrk="0" hangingPunct="1">
              <a:defRPr sz="1634" kern="1200">
                <a:solidFill>
                  <a:schemeClr val="tx1"/>
                </a:solidFill>
                <a:latin typeface="+mn-lt"/>
                <a:ea typeface="+mn-ea"/>
                <a:cs typeface="+mn-cs"/>
              </a:defRPr>
            </a:lvl5pPr>
            <a:lvl6pPr marL="2074545" algn="l" defTabSz="829818" rtl="0" eaLnBrk="1" latinLnBrk="0" hangingPunct="1">
              <a:defRPr sz="1634" kern="1200">
                <a:solidFill>
                  <a:schemeClr val="tx1"/>
                </a:solidFill>
                <a:latin typeface="+mn-lt"/>
                <a:ea typeface="+mn-ea"/>
                <a:cs typeface="+mn-cs"/>
              </a:defRPr>
            </a:lvl6pPr>
            <a:lvl7pPr marL="2489454" algn="l" defTabSz="829818" rtl="0" eaLnBrk="1" latinLnBrk="0" hangingPunct="1">
              <a:defRPr sz="1634" kern="1200">
                <a:solidFill>
                  <a:schemeClr val="tx1"/>
                </a:solidFill>
                <a:latin typeface="+mn-lt"/>
                <a:ea typeface="+mn-ea"/>
                <a:cs typeface="+mn-cs"/>
              </a:defRPr>
            </a:lvl7pPr>
            <a:lvl8pPr marL="2904363" algn="l" defTabSz="829818" rtl="0" eaLnBrk="1" latinLnBrk="0" hangingPunct="1">
              <a:defRPr sz="1634" kern="1200">
                <a:solidFill>
                  <a:schemeClr val="tx1"/>
                </a:solidFill>
                <a:latin typeface="+mn-lt"/>
                <a:ea typeface="+mn-ea"/>
                <a:cs typeface="+mn-cs"/>
              </a:defRPr>
            </a:lvl8pPr>
            <a:lvl9pPr marL="3319272" algn="l" defTabSz="829818" rtl="0" eaLnBrk="1" latinLnBrk="0" hangingPunct="1">
              <a:defRPr sz="1634" kern="1200">
                <a:solidFill>
                  <a:schemeClr val="tx1"/>
                </a:solidFill>
                <a:latin typeface="+mn-lt"/>
                <a:ea typeface="+mn-ea"/>
                <a:cs typeface="+mn-cs"/>
              </a:defRPr>
            </a:lvl9pPr>
          </a:lstStyle>
          <a:p>
            <a:pPr marL="10950">
              <a:buClr>
                <a:srgbClr val="17375E"/>
              </a:buClr>
              <a:buSzPct val="121739"/>
              <a:tabLst>
                <a:tab pos="440906" algn="l"/>
              </a:tabLst>
            </a:pPr>
            <a:r>
              <a:rPr lang="es-ES" sz="2200">
                <a:latin typeface="ABC Monument Grotesk Thin" panose="020B0204040202060203" pitchFamily="34" charset="0"/>
                <a:cs typeface="Times New Roman"/>
              </a:rPr>
              <a:t>Introducción</a:t>
            </a:r>
          </a:p>
          <a:p>
            <a:pPr marL="10950">
              <a:buClr>
                <a:srgbClr val="17375E"/>
              </a:buClr>
              <a:buSzPct val="121739"/>
              <a:tabLst>
                <a:tab pos="440906" algn="l"/>
              </a:tabLst>
            </a:pPr>
            <a:endParaRPr lang="es-ES" sz="2000">
              <a:latin typeface="ABC Monument Grotesk Thin" panose="020B0204040202060203" pitchFamily="34" charset="0"/>
              <a:cs typeface="Times New Roman"/>
            </a:endParaRPr>
          </a:p>
          <a:p>
            <a:pPr marL="10950">
              <a:buClr>
                <a:srgbClr val="17375E"/>
              </a:buClr>
              <a:buSzPct val="121739"/>
              <a:tabLst>
                <a:tab pos="440906" algn="l"/>
              </a:tabLst>
            </a:pPr>
            <a:endParaRPr lang="es-ES" sz="2000">
              <a:latin typeface="ABC Monument Grotesk Thin" panose="020B0204040202060203" pitchFamily="34" charset="0"/>
              <a:cs typeface="Times New Roman"/>
            </a:endParaRPr>
          </a:p>
          <a:p>
            <a:pPr marL="10950">
              <a:buClr>
                <a:srgbClr val="17375E"/>
              </a:buClr>
              <a:buSzPct val="121739"/>
              <a:tabLst>
                <a:tab pos="440906" algn="l"/>
              </a:tabLst>
            </a:pPr>
            <a:r>
              <a:rPr lang="es-ES" sz="2200">
                <a:latin typeface="ABC Monument Grotesk Thin" panose="020B0204040202060203" pitchFamily="34" charset="0"/>
                <a:cs typeface="Times New Roman"/>
              </a:rPr>
              <a:t>Resumen ejecutivo</a:t>
            </a:r>
          </a:p>
          <a:p>
            <a:pPr marL="10950">
              <a:buClr>
                <a:srgbClr val="17375E"/>
              </a:buClr>
              <a:buSzPct val="121739"/>
              <a:tabLst>
                <a:tab pos="440906" algn="l"/>
              </a:tabLst>
            </a:pPr>
            <a:endParaRPr lang="es-ES" sz="2000">
              <a:latin typeface="ABC Monument Grotesk Thin" panose="020B0204040202060203" pitchFamily="34" charset="0"/>
              <a:cs typeface="Times New Roman"/>
            </a:endParaRPr>
          </a:p>
          <a:p>
            <a:pPr marL="10950">
              <a:buClr>
                <a:srgbClr val="17375E"/>
              </a:buClr>
              <a:buSzPct val="121739"/>
              <a:tabLst>
                <a:tab pos="440906" algn="l"/>
              </a:tabLst>
            </a:pPr>
            <a:endParaRPr lang="es-ES" sz="2000">
              <a:latin typeface="ABC Monument Grotesk Thin" panose="020B0204040202060203" pitchFamily="34" charset="0"/>
              <a:cs typeface="Times New Roman"/>
            </a:endParaRPr>
          </a:p>
          <a:p>
            <a:pPr marL="10950">
              <a:buClr>
                <a:srgbClr val="17375E"/>
              </a:buClr>
              <a:buSzPct val="121739"/>
              <a:tabLst>
                <a:tab pos="440906" algn="l"/>
              </a:tabLst>
            </a:pPr>
            <a:r>
              <a:rPr lang="es-ES" sz="2200">
                <a:latin typeface="ABC Monument Grotesk Thin" panose="020B0204040202060203" pitchFamily="34" charset="0"/>
                <a:cs typeface="Times New Roman"/>
              </a:rPr>
              <a:t>Detalle de conclusiones</a:t>
            </a:r>
          </a:p>
          <a:p>
            <a:pPr marL="10950">
              <a:buClr>
                <a:srgbClr val="17375E"/>
              </a:buClr>
              <a:buSzPct val="121739"/>
              <a:tabLst>
                <a:tab pos="440906" algn="l"/>
              </a:tabLst>
            </a:pPr>
            <a:endParaRPr lang="es-ES" sz="2000">
              <a:latin typeface="ABC Monument Grotesk Thin" panose="020B0204040202060203" pitchFamily="34" charset="0"/>
              <a:cs typeface="Times New Roman"/>
            </a:endParaRPr>
          </a:p>
          <a:p>
            <a:pPr marL="10950">
              <a:buClr>
                <a:srgbClr val="17375E"/>
              </a:buClr>
              <a:buSzPct val="121739"/>
              <a:tabLst>
                <a:tab pos="440906" algn="l"/>
              </a:tabLst>
            </a:pPr>
            <a:endParaRPr lang="es-ES" sz="2000">
              <a:latin typeface="ABC Monument Grotesk Thin" panose="020B0204040202060203" pitchFamily="34" charset="0"/>
              <a:cs typeface="Times New Roman"/>
            </a:endParaRPr>
          </a:p>
          <a:p>
            <a:pPr marL="10950">
              <a:buClr>
                <a:srgbClr val="17375E"/>
              </a:buClr>
              <a:buSzPct val="121739"/>
              <a:tabLst>
                <a:tab pos="440906" algn="l"/>
              </a:tabLst>
            </a:pPr>
            <a:r>
              <a:rPr lang="es-ES" sz="5400">
                <a:latin typeface="ABC Monument Grotesk" panose="020B0504040202060203" pitchFamily="34" charset="0"/>
                <a:cs typeface="Times New Roman"/>
              </a:rPr>
              <a:t>Sugerencias de mejora</a:t>
            </a:r>
          </a:p>
          <a:p>
            <a:pPr marL="10950">
              <a:buClr>
                <a:srgbClr val="17375E"/>
              </a:buClr>
              <a:buSzPct val="121739"/>
              <a:tabLst>
                <a:tab pos="440906" algn="l"/>
              </a:tabLst>
            </a:pPr>
            <a:endParaRPr lang="es-ES" sz="2200">
              <a:latin typeface="ABC Monument Grotesk Thin" panose="020B0204040202060203" pitchFamily="34" charset="0"/>
              <a:cs typeface="Times New Roman"/>
            </a:endParaRPr>
          </a:p>
          <a:p>
            <a:pPr marL="10950">
              <a:buClr>
                <a:srgbClr val="17375E"/>
              </a:buClr>
              <a:buSzPct val="121739"/>
              <a:tabLst>
                <a:tab pos="440906" algn="l"/>
              </a:tabLst>
            </a:pPr>
            <a:endParaRPr lang="es-ES" sz="2200">
              <a:latin typeface="ABC Monument Grotesk Thin" panose="020B0204040202060203" pitchFamily="34" charset="0"/>
              <a:cs typeface="Times New Roman"/>
            </a:endParaRPr>
          </a:p>
          <a:p>
            <a:pPr marL="10950">
              <a:buClr>
                <a:srgbClr val="17375E"/>
              </a:buClr>
              <a:buSzPct val="121739"/>
              <a:tabLst>
                <a:tab pos="440906" algn="l"/>
              </a:tabLst>
            </a:pPr>
            <a:r>
              <a:rPr lang="es-ES" sz="2200">
                <a:latin typeface="ABC Monument Grotesk Thin" panose="020B0204040202060203" pitchFamily="34" charset="0"/>
                <a:cs typeface="Times New Roman"/>
              </a:rPr>
              <a:t>Anexos</a:t>
            </a:r>
            <a:endParaRPr sz="2200">
              <a:latin typeface="ABC Monument Grotesk Thin" panose="020B0204040202060203" pitchFamily="34" charset="0"/>
              <a:cs typeface="Times New Roman"/>
            </a:endParaRPr>
          </a:p>
        </p:txBody>
      </p:sp>
      <p:cxnSp>
        <p:nvCxnSpPr>
          <p:cNvPr id="8" name="Conector recto 7">
            <a:extLst>
              <a:ext uri="{FF2B5EF4-FFF2-40B4-BE49-F238E27FC236}">
                <a16:creationId xmlns:a16="http://schemas.microsoft.com/office/drawing/2014/main" id="{03E9FB98-BFCA-4710-A800-237F691608E1}"/>
              </a:ext>
            </a:extLst>
          </p:cNvPr>
          <p:cNvCxnSpPr/>
          <p:nvPr/>
        </p:nvCxnSpPr>
        <p:spPr>
          <a:xfrm>
            <a:off x="440803" y="622994"/>
            <a:ext cx="0" cy="550526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Elipse 8">
            <a:extLst>
              <a:ext uri="{FF2B5EF4-FFF2-40B4-BE49-F238E27FC236}">
                <a16:creationId xmlns:a16="http://schemas.microsoft.com/office/drawing/2014/main" id="{FD100F16-962E-4BE4-9375-C71F71F5B2EA}"/>
              </a:ext>
            </a:extLst>
          </p:cNvPr>
          <p:cNvSpPr/>
          <p:nvPr/>
        </p:nvSpPr>
        <p:spPr>
          <a:xfrm>
            <a:off x="354629" y="1349999"/>
            <a:ext cx="180000" cy="180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Elipse 9">
            <a:extLst>
              <a:ext uri="{FF2B5EF4-FFF2-40B4-BE49-F238E27FC236}">
                <a16:creationId xmlns:a16="http://schemas.microsoft.com/office/drawing/2014/main" id="{8D8867A4-CD94-4179-B842-CC656208F5F5}"/>
              </a:ext>
            </a:extLst>
          </p:cNvPr>
          <p:cNvSpPr/>
          <p:nvPr/>
        </p:nvSpPr>
        <p:spPr>
          <a:xfrm>
            <a:off x="354629" y="2289482"/>
            <a:ext cx="180000" cy="180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Elipse 10">
            <a:extLst>
              <a:ext uri="{FF2B5EF4-FFF2-40B4-BE49-F238E27FC236}">
                <a16:creationId xmlns:a16="http://schemas.microsoft.com/office/drawing/2014/main" id="{1F6AA0DD-FF03-49B2-9414-5686FF127381}"/>
              </a:ext>
            </a:extLst>
          </p:cNvPr>
          <p:cNvSpPr/>
          <p:nvPr/>
        </p:nvSpPr>
        <p:spPr>
          <a:xfrm>
            <a:off x="354629" y="3242791"/>
            <a:ext cx="180000" cy="180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Elipse 11">
            <a:extLst>
              <a:ext uri="{FF2B5EF4-FFF2-40B4-BE49-F238E27FC236}">
                <a16:creationId xmlns:a16="http://schemas.microsoft.com/office/drawing/2014/main" id="{A42C5769-4B0F-40B0-89D0-4E2F5D38B044}"/>
              </a:ext>
            </a:extLst>
          </p:cNvPr>
          <p:cNvSpPr/>
          <p:nvPr/>
        </p:nvSpPr>
        <p:spPr>
          <a:xfrm>
            <a:off x="354629" y="4428933"/>
            <a:ext cx="180000" cy="180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Elipse 12">
            <a:extLst>
              <a:ext uri="{FF2B5EF4-FFF2-40B4-BE49-F238E27FC236}">
                <a16:creationId xmlns:a16="http://schemas.microsoft.com/office/drawing/2014/main" id="{8E2ACE9A-CC9D-4E39-B2DC-B295BE2B98AB}"/>
              </a:ext>
            </a:extLst>
          </p:cNvPr>
          <p:cNvSpPr/>
          <p:nvPr/>
        </p:nvSpPr>
        <p:spPr>
          <a:xfrm>
            <a:off x="354629" y="5665007"/>
            <a:ext cx="180000" cy="180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 name="Imagen 9">
            <a:extLst>
              <a:ext uri="{FF2B5EF4-FFF2-40B4-BE49-F238E27FC236}">
                <a16:creationId xmlns:a16="http://schemas.microsoft.com/office/drawing/2014/main" id="{32EA5D31-2A5C-0FAC-802C-136004AC609F}"/>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11036174" y="6361995"/>
            <a:ext cx="764324" cy="213122"/>
          </a:xfrm>
          <a:prstGeom prst="rect">
            <a:avLst/>
          </a:prstGeom>
        </p:spPr>
      </p:pic>
    </p:spTree>
    <p:extLst>
      <p:ext uri="{BB962C8B-B14F-4D97-AF65-F5344CB8AC3E}">
        <p14:creationId xmlns:p14="http://schemas.microsoft.com/office/powerpoint/2010/main" val="31925206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ángulo 8">
            <a:extLst>
              <a:ext uri="{FF2B5EF4-FFF2-40B4-BE49-F238E27FC236}">
                <a16:creationId xmlns:a16="http://schemas.microsoft.com/office/drawing/2014/main" id="{94A85D31-35EB-CC87-17DE-2578F3781C3F}"/>
              </a:ext>
            </a:extLst>
          </p:cNvPr>
          <p:cNvSpPr/>
          <p:nvPr/>
        </p:nvSpPr>
        <p:spPr>
          <a:xfrm>
            <a:off x="1037492" y="3246333"/>
            <a:ext cx="7611208" cy="1860845"/>
          </a:xfrm>
          <a:prstGeom prst="rect">
            <a:avLst/>
          </a:prstGeom>
          <a:solidFill>
            <a:schemeClr val="bg1">
              <a:lumMod val="95000"/>
            </a:scheme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aphicFrame>
        <p:nvGraphicFramePr>
          <p:cNvPr id="6" name="Tabla 7">
            <a:extLst>
              <a:ext uri="{FF2B5EF4-FFF2-40B4-BE49-F238E27FC236}">
                <a16:creationId xmlns:a16="http://schemas.microsoft.com/office/drawing/2014/main" id="{3CDCFADB-EB9E-704A-04D4-241297FF3831}"/>
              </a:ext>
            </a:extLst>
          </p:cNvPr>
          <p:cNvGraphicFramePr>
            <a:graphicFrameLocks noGrp="1"/>
          </p:cNvGraphicFramePr>
          <p:nvPr>
            <p:extLst>
              <p:ext uri="{D42A27DB-BD31-4B8C-83A1-F6EECF244321}">
                <p14:modId xmlns:p14="http://schemas.microsoft.com/office/powerpoint/2010/main" val="1278975223"/>
              </p:ext>
            </p:extLst>
          </p:nvPr>
        </p:nvGraphicFramePr>
        <p:xfrm>
          <a:off x="481619" y="1539732"/>
          <a:ext cx="11357956" cy="4182600"/>
        </p:xfrm>
        <a:graphic>
          <a:graphicData uri="http://schemas.openxmlformats.org/drawingml/2006/table">
            <a:tbl>
              <a:tblPr firstRow="1" bandRow="1">
                <a:tableStyleId>{5940675A-B579-460E-94D1-54222C63F5DA}</a:tableStyleId>
              </a:tblPr>
              <a:tblGrid>
                <a:gridCol w="286461">
                  <a:extLst>
                    <a:ext uri="{9D8B030D-6E8A-4147-A177-3AD203B41FA5}">
                      <a16:colId xmlns:a16="http://schemas.microsoft.com/office/drawing/2014/main" val="3881384108"/>
                    </a:ext>
                  </a:extLst>
                </a:gridCol>
                <a:gridCol w="7861570">
                  <a:extLst>
                    <a:ext uri="{9D8B030D-6E8A-4147-A177-3AD203B41FA5}">
                      <a16:colId xmlns:a16="http://schemas.microsoft.com/office/drawing/2014/main" val="128456942"/>
                    </a:ext>
                  </a:extLst>
                </a:gridCol>
                <a:gridCol w="1905405">
                  <a:extLst>
                    <a:ext uri="{9D8B030D-6E8A-4147-A177-3AD203B41FA5}">
                      <a16:colId xmlns:a16="http://schemas.microsoft.com/office/drawing/2014/main" val="1112410109"/>
                    </a:ext>
                  </a:extLst>
                </a:gridCol>
                <a:gridCol w="1304520">
                  <a:extLst>
                    <a:ext uri="{9D8B030D-6E8A-4147-A177-3AD203B41FA5}">
                      <a16:colId xmlns:a16="http://schemas.microsoft.com/office/drawing/2014/main" val="780516070"/>
                    </a:ext>
                  </a:extLst>
                </a:gridCol>
              </a:tblGrid>
              <a:tr h="2702552">
                <a:tc>
                  <a:txBody>
                    <a:bodyPr/>
                    <a:lstStyle/>
                    <a:p>
                      <a:pPr marL="266700" marR="0" lvl="0" indent="0" algn="ctr" rtl="0" eaLnBrk="1" fontAlgn="auto" latinLnBrk="0" hangingPunct="1">
                        <a:lnSpc>
                          <a:spcPct val="100000"/>
                        </a:lnSpc>
                        <a:spcBef>
                          <a:spcPts val="0"/>
                        </a:spcBef>
                        <a:spcAft>
                          <a:spcPts val="0"/>
                        </a:spcAft>
                        <a:buClrTx/>
                        <a:buSzTx/>
                        <a:buFontTx/>
                        <a:buNone/>
                      </a:pPr>
                      <a:endParaRPr kumimoji="0" lang="es-ES" sz="1000" b="0" i="0" u="none" strike="noStrike" kern="0" cap="none" spc="-300" normalizeH="0" baseline="0" noProof="0">
                        <a:ln>
                          <a:noFill/>
                        </a:ln>
                        <a:solidFill>
                          <a:schemeClr val="bg1">
                            <a:lumMod val="50000"/>
                          </a:schemeClr>
                        </a:solidFill>
                        <a:effectLst/>
                        <a:uFillTx/>
                        <a:latin typeface="ABC Monument Grotesk Medium" panose="020B0604040202060203" pitchFamily="34" charset="0"/>
                        <a:ea typeface="+mn-ea"/>
                        <a:cs typeface="+mn-cs"/>
                      </a:endParaRPr>
                    </a:p>
                    <a:p>
                      <a:pPr marL="266700" marR="0" lvl="0" indent="0" algn="ctr" rtl="0" eaLnBrk="1" fontAlgn="auto" latinLnBrk="0" hangingPunct="1">
                        <a:lnSpc>
                          <a:spcPct val="100000"/>
                        </a:lnSpc>
                        <a:spcBef>
                          <a:spcPts val="0"/>
                        </a:spcBef>
                        <a:spcAft>
                          <a:spcPts val="0"/>
                        </a:spcAft>
                        <a:buClrTx/>
                        <a:buSzTx/>
                        <a:buFontTx/>
                        <a:buNone/>
                      </a:pPr>
                      <a:endParaRPr kumimoji="0" lang="es-ES" sz="1000" b="0" i="0" u="none" strike="noStrike" kern="0" cap="none" spc="-300" normalizeH="0" baseline="0" noProof="0">
                        <a:ln>
                          <a:noFill/>
                        </a:ln>
                        <a:solidFill>
                          <a:schemeClr val="bg1">
                            <a:lumMod val="50000"/>
                          </a:schemeClr>
                        </a:solidFill>
                        <a:effectLst/>
                        <a:uFillTx/>
                        <a:latin typeface="ABC Monument Grotesk Medium" panose="020B0604040202060203" pitchFamily="34" charset="0"/>
                        <a:ea typeface="+mn-ea"/>
                        <a:cs typeface="+mn-cs"/>
                      </a:endParaRPr>
                    </a:p>
                    <a:p>
                      <a:pPr marL="266700" marR="0" lvl="0" indent="0" algn="ctr" defTabSz="1007486" rtl="0" eaLnBrk="1" fontAlgn="auto" latinLnBrk="0" hangingPunct="1">
                        <a:lnSpc>
                          <a:spcPct val="100000"/>
                        </a:lnSpc>
                        <a:spcBef>
                          <a:spcPts val="0"/>
                        </a:spcBef>
                        <a:spcAft>
                          <a:spcPts val="0"/>
                        </a:spcAft>
                        <a:buClrTx/>
                        <a:buSzTx/>
                        <a:buFontTx/>
                        <a:buNone/>
                        <a:tabLst/>
                        <a:defRPr/>
                      </a:pPr>
                      <a:r>
                        <a:rPr kumimoji="0" lang="es-ES" sz="1000" b="0" i="0" u="none" strike="noStrike" kern="0" cap="none" spc="-300" normalizeH="0" baseline="0" noProof="0">
                          <a:ln>
                            <a:noFill/>
                          </a:ln>
                          <a:solidFill>
                            <a:schemeClr val="bg1">
                              <a:lumMod val="50000"/>
                            </a:schemeClr>
                          </a:solidFill>
                          <a:effectLst/>
                          <a:uFillTx/>
                          <a:latin typeface="ABC Monument Grotesk Medium" panose="020B0604040202060203" pitchFamily="34" charset="0"/>
                          <a:ea typeface="+mn-ea"/>
                          <a:cs typeface="+mn-cs"/>
                        </a:rPr>
                        <a:t>RIESGO BAJO</a:t>
                      </a:r>
                    </a:p>
                    <a:p>
                      <a:pPr marL="266700" marR="0" lvl="0" indent="0" algn="ctr" rtl="0" eaLnBrk="1" fontAlgn="auto" latinLnBrk="0" hangingPunct="1">
                        <a:lnSpc>
                          <a:spcPct val="100000"/>
                        </a:lnSpc>
                        <a:spcBef>
                          <a:spcPts val="0"/>
                        </a:spcBef>
                        <a:spcAft>
                          <a:spcPts val="0"/>
                        </a:spcAft>
                        <a:buClrTx/>
                        <a:buSzTx/>
                        <a:buFontTx/>
                        <a:buNone/>
                      </a:pPr>
                      <a:endParaRPr kumimoji="0" lang="es-ES" sz="1000" b="0" i="0" u="none" strike="noStrike" kern="0" cap="none" spc="-300" normalizeH="0" baseline="0" noProof="0">
                        <a:ln>
                          <a:noFill/>
                        </a:ln>
                        <a:solidFill>
                          <a:schemeClr val="bg1">
                            <a:lumMod val="50000"/>
                          </a:schemeClr>
                        </a:solidFill>
                        <a:effectLst/>
                        <a:uFillTx/>
                        <a:latin typeface="ABC Monument Grotesk Medium" panose="020B0604040202060203" pitchFamily="34" charset="0"/>
                        <a:ea typeface="+mn-ea"/>
                        <a:cs typeface="+mn-cs"/>
                      </a:endParaRPr>
                    </a:p>
                    <a:p>
                      <a:pPr marL="266700" marR="0" lvl="0" indent="0" algn="ctr" rtl="0" eaLnBrk="1" fontAlgn="auto" latinLnBrk="0" hangingPunct="1">
                        <a:lnSpc>
                          <a:spcPct val="100000"/>
                        </a:lnSpc>
                        <a:spcBef>
                          <a:spcPts val="0"/>
                        </a:spcBef>
                        <a:spcAft>
                          <a:spcPts val="0"/>
                        </a:spcAft>
                        <a:buClrTx/>
                        <a:buSzTx/>
                        <a:buFontTx/>
                        <a:buNone/>
                      </a:pPr>
                      <a:endParaRPr kumimoji="0" lang="es-ES" sz="1000" b="0" i="0" u="none" strike="noStrike" kern="0" cap="none" spc="-300" normalizeH="0" baseline="0" noProof="0">
                        <a:ln>
                          <a:noFill/>
                        </a:ln>
                        <a:solidFill>
                          <a:schemeClr val="bg1">
                            <a:lumMod val="50000"/>
                          </a:schemeClr>
                        </a:solidFill>
                        <a:effectLst/>
                        <a:uFillTx/>
                        <a:latin typeface="ABC Monument Grotesk Medium" panose="020B0604040202060203" pitchFamily="34" charset="0"/>
                        <a:ea typeface="+mn-ea"/>
                        <a:cs typeface="+mn-cs"/>
                      </a:endParaRPr>
                    </a:p>
                  </a:txBody>
                  <a:tcPr marL="72000" marR="72000" marT="72000" marB="72000" vert="wordArtVert" anchor="ctr">
                    <a:lnL w="12700" cap="flat" cmpd="sng" algn="ctr">
                      <a:solidFill>
                        <a:srgbClr val="B4B4B4"/>
                      </a:solidFill>
                      <a:prstDash val="solid"/>
                      <a:round/>
                      <a:headEnd type="none" w="med" len="med"/>
                      <a:tailEnd type="none" w="med" len="med"/>
                    </a:lnL>
                    <a:lnR w="12700" cap="flat" cmpd="sng" algn="ctr">
                      <a:solidFill>
                        <a:srgbClr val="B4B4B4"/>
                      </a:solidFill>
                      <a:prstDash val="solid"/>
                      <a:round/>
                      <a:headEnd type="none" w="med" len="med"/>
                      <a:tailEnd type="none" w="med" len="med"/>
                    </a:lnR>
                    <a:lnT w="6350" cap="flat" cmpd="sng" algn="ctr">
                      <a:solidFill>
                        <a:srgbClr val="958473"/>
                      </a:solidFill>
                      <a:prstDash val="solid"/>
                      <a:round/>
                      <a:headEnd type="none" w="med" len="med"/>
                      <a:tailEnd type="none" w="med" len="med"/>
                    </a:lnT>
                    <a:lnB w="12700" cap="flat" cmpd="sng" algn="ctr">
                      <a:solidFill>
                        <a:srgbClr val="B4B4B4"/>
                      </a:solidFill>
                      <a:prstDash val="solid"/>
                      <a:round/>
                      <a:headEnd type="none" w="med" len="med"/>
                      <a:tailEnd type="none" w="med" len="med"/>
                    </a:lnB>
                    <a:noFill/>
                  </a:tcPr>
                </a:tc>
                <a:tc>
                  <a:txBody>
                    <a:bodyPr/>
                    <a:lstStyle/>
                    <a:p>
                      <a:pPr marL="182563" marR="0" lvl="0" indent="0" algn="just" defTabSz="1007486" rtl="0" eaLnBrk="1" fontAlgn="auto" latinLnBrk="0" hangingPunct="1">
                        <a:lnSpc>
                          <a:spcPct val="100000"/>
                        </a:lnSpc>
                        <a:spcBef>
                          <a:spcPts val="0"/>
                        </a:spcBef>
                        <a:spcAft>
                          <a:spcPts val="0"/>
                        </a:spcAft>
                        <a:buClrTx/>
                        <a:buSzTx/>
                        <a:buFontTx/>
                        <a:buNone/>
                        <a:tabLst/>
                        <a:defRPr/>
                      </a:pPr>
                      <a:r>
                        <a:rPr lang="es-ES" sz="1600" noProof="0" dirty="0">
                          <a:latin typeface="ABC Monument Grotesk" panose="020B0504040202060203" pitchFamily="34" charset="0"/>
                        </a:rPr>
                        <a:t>01 </a:t>
                      </a:r>
                      <a:r>
                        <a:rPr kumimoji="0" lang="es-ES" sz="1600" b="0" i="0" u="none" strike="noStrike" kern="1200" cap="none" spc="0" normalizeH="0" baseline="0" dirty="0">
                          <a:ln>
                            <a:noFill/>
                          </a:ln>
                          <a:solidFill>
                            <a:schemeClr val="tx1"/>
                          </a:solidFill>
                          <a:effectLst/>
                          <a:uFillTx/>
                          <a:latin typeface="ABC Monument Grotesk Thin"/>
                          <a:ea typeface="+mn-ea"/>
                          <a:cs typeface="+mn-cs"/>
                        </a:rPr>
                        <a:t>Lorem </a:t>
                      </a:r>
                      <a:r>
                        <a:rPr kumimoji="0" lang="es-ES" sz="1600" b="0" i="0" u="none" strike="noStrike" kern="1200" cap="none" spc="0" normalizeH="0" baseline="0" dirty="0" err="1">
                          <a:ln>
                            <a:noFill/>
                          </a:ln>
                          <a:solidFill>
                            <a:schemeClr val="tx1"/>
                          </a:solidFill>
                          <a:effectLst/>
                          <a:uFillTx/>
                          <a:latin typeface="ABC Monument Grotesk Thin"/>
                          <a:ea typeface="+mn-ea"/>
                          <a:cs typeface="+mn-cs"/>
                        </a:rPr>
                        <a:t>ipsum</a:t>
                      </a:r>
                      <a:r>
                        <a:rPr kumimoji="0" lang="es-ES" sz="1600" b="0" i="0" u="none" strike="noStrike" kern="1200" cap="none" spc="0" normalizeH="0" baseline="0" dirty="0">
                          <a:ln>
                            <a:noFill/>
                          </a:ln>
                          <a:solidFill>
                            <a:schemeClr val="tx1"/>
                          </a:solidFill>
                          <a:effectLst/>
                          <a:uFillTx/>
                          <a:latin typeface="ABC Monument Grotesk Thin"/>
                          <a:ea typeface="+mn-ea"/>
                          <a:cs typeface="+mn-cs"/>
                        </a:rPr>
                        <a:t> dolor </a:t>
                      </a:r>
                      <a:r>
                        <a:rPr kumimoji="0" lang="es-ES" sz="1600" b="0" i="0" u="none" strike="noStrike" kern="1200" cap="none" spc="0" normalizeH="0" baseline="0" dirty="0" err="1">
                          <a:ln>
                            <a:noFill/>
                          </a:ln>
                          <a:solidFill>
                            <a:schemeClr val="tx1"/>
                          </a:solidFill>
                          <a:effectLst/>
                          <a:uFillTx/>
                          <a:latin typeface="ABC Monument Grotesk Thin"/>
                          <a:ea typeface="+mn-ea"/>
                          <a:cs typeface="+mn-cs"/>
                        </a:rPr>
                        <a:t>sit</a:t>
                      </a:r>
                      <a:r>
                        <a:rPr kumimoji="0" lang="es-ES" sz="1600" b="0" i="0" u="none" strike="noStrike" kern="1200" cap="none" spc="0" normalizeH="0" baseline="0" dirty="0">
                          <a:ln>
                            <a:noFill/>
                          </a:ln>
                          <a:solidFill>
                            <a:schemeClr val="tx1"/>
                          </a:solidFill>
                          <a:effectLst/>
                          <a:uFillTx/>
                          <a:latin typeface="ABC Monument Grotesk Thin"/>
                          <a:ea typeface="+mn-ea"/>
                          <a:cs typeface="+mn-cs"/>
                        </a:rPr>
                        <a:t> </a:t>
                      </a:r>
                      <a:r>
                        <a:rPr kumimoji="0" lang="es-ES" sz="1600" b="0" i="0" u="none" strike="noStrike" kern="1200" cap="none" spc="0" normalizeH="0" baseline="0" dirty="0" err="1">
                          <a:ln>
                            <a:noFill/>
                          </a:ln>
                          <a:solidFill>
                            <a:schemeClr val="tx1"/>
                          </a:solidFill>
                          <a:effectLst/>
                          <a:uFillTx/>
                          <a:latin typeface="ABC Monument Grotesk Thin"/>
                          <a:ea typeface="+mn-ea"/>
                          <a:cs typeface="+mn-cs"/>
                        </a:rPr>
                        <a:t>amet</a:t>
                      </a:r>
                      <a:r>
                        <a:rPr kumimoji="0" lang="es-ES" sz="1600" b="0" i="0" u="none" strike="noStrike" kern="1200" cap="none" spc="0" normalizeH="0" baseline="0" dirty="0">
                          <a:ln>
                            <a:noFill/>
                          </a:ln>
                          <a:solidFill>
                            <a:schemeClr val="tx1"/>
                          </a:solidFill>
                          <a:effectLst/>
                          <a:uFillTx/>
                          <a:latin typeface="ABC Monument Grotesk Thin"/>
                          <a:ea typeface="+mn-ea"/>
                          <a:cs typeface="+mn-cs"/>
                        </a:rPr>
                        <a:t>, </a:t>
                      </a:r>
                      <a:r>
                        <a:rPr kumimoji="0" lang="es-ES" sz="1600" b="0" i="0" u="none" strike="noStrike" kern="1200" cap="none" spc="0" normalizeH="0" baseline="0" dirty="0" err="1">
                          <a:ln>
                            <a:noFill/>
                          </a:ln>
                          <a:solidFill>
                            <a:schemeClr val="tx1"/>
                          </a:solidFill>
                          <a:effectLst/>
                          <a:uFillTx/>
                          <a:latin typeface="ABC Monument Grotesk Thin"/>
                          <a:ea typeface="+mn-ea"/>
                          <a:cs typeface="+mn-cs"/>
                        </a:rPr>
                        <a:t>consectetur</a:t>
                      </a:r>
                      <a:r>
                        <a:rPr kumimoji="0" lang="es-ES" sz="1600" b="0" i="0" u="none" strike="noStrike" kern="1200" cap="none" spc="0" normalizeH="0" baseline="0" dirty="0">
                          <a:ln>
                            <a:noFill/>
                          </a:ln>
                          <a:solidFill>
                            <a:schemeClr val="tx1"/>
                          </a:solidFill>
                          <a:effectLst/>
                          <a:uFillTx/>
                          <a:latin typeface="ABC Monument Grotesk Thin"/>
                          <a:ea typeface="+mn-ea"/>
                          <a:cs typeface="+mn-cs"/>
                        </a:rPr>
                        <a:t> </a:t>
                      </a:r>
                      <a:r>
                        <a:rPr kumimoji="0" lang="es-ES" sz="1600" b="0" i="0" u="none" strike="noStrike" kern="1200" cap="none" spc="0" normalizeH="0" baseline="0" dirty="0" err="1">
                          <a:ln>
                            <a:noFill/>
                          </a:ln>
                          <a:solidFill>
                            <a:schemeClr val="tx1"/>
                          </a:solidFill>
                          <a:effectLst/>
                          <a:uFillTx/>
                          <a:latin typeface="ABC Monument Grotesk Thin"/>
                          <a:ea typeface="+mn-ea"/>
                          <a:cs typeface="+mn-cs"/>
                        </a:rPr>
                        <a:t>adipiscing</a:t>
                      </a:r>
                      <a:r>
                        <a:rPr kumimoji="0" lang="es-ES" sz="1600" b="0" i="0" u="none" strike="noStrike" kern="1200" cap="none" spc="0" normalizeH="0" baseline="0" dirty="0">
                          <a:ln>
                            <a:noFill/>
                          </a:ln>
                          <a:solidFill>
                            <a:schemeClr val="tx1"/>
                          </a:solidFill>
                          <a:effectLst/>
                          <a:uFillTx/>
                          <a:latin typeface="ABC Monument Grotesk Thin"/>
                          <a:ea typeface="+mn-ea"/>
                          <a:cs typeface="+mn-cs"/>
                        </a:rPr>
                        <a:t> </a:t>
                      </a:r>
                      <a:r>
                        <a:rPr kumimoji="0" lang="es-ES" sz="1600" b="0" i="0" u="none" strike="noStrike" kern="1200" cap="none" spc="0" normalizeH="0" baseline="0" dirty="0" err="1">
                          <a:ln>
                            <a:noFill/>
                          </a:ln>
                          <a:solidFill>
                            <a:schemeClr val="tx1"/>
                          </a:solidFill>
                          <a:effectLst/>
                          <a:uFillTx/>
                          <a:latin typeface="ABC Monument Grotesk Thin"/>
                          <a:ea typeface="+mn-ea"/>
                          <a:cs typeface="+mn-cs"/>
                        </a:rPr>
                        <a:t>elit</a:t>
                      </a:r>
                      <a:r>
                        <a:rPr kumimoji="0" lang="es-ES" sz="1600" b="0" i="0" u="none" strike="noStrike" kern="1200" cap="none" spc="0" normalizeH="0" baseline="0" dirty="0">
                          <a:ln>
                            <a:noFill/>
                          </a:ln>
                          <a:solidFill>
                            <a:schemeClr val="tx1"/>
                          </a:solidFill>
                          <a:effectLst/>
                          <a:uFillTx/>
                          <a:latin typeface="ABC Monument Grotesk Thin"/>
                          <a:ea typeface="+mn-ea"/>
                          <a:cs typeface="+mn-cs"/>
                        </a:rPr>
                        <a:t>. </a:t>
                      </a:r>
                      <a:r>
                        <a:rPr kumimoji="0" lang="es-ES" sz="1600" b="0" i="0" u="none" strike="noStrike" kern="1200" cap="none" spc="0" normalizeH="0" baseline="0" dirty="0" err="1">
                          <a:ln>
                            <a:noFill/>
                          </a:ln>
                          <a:solidFill>
                            <a:schemeClr val="tx1"/>
                          </a:solidFill>
                          <a:effectLst/>
                          <a:uFillTx/>
                          <a:latin typeface="ABC Monument Grotesk Thin"/>
                          <a:ea typeface="+mn-ea"/>
                          <a:cs typeface="+mn-cs"/>
                        </a:rPr>
                        <a:t>Praesent</a:t>
                      </a:r>
                      <a:r>
                        <a:rPr kumimoji="0" lang="es-ES" sz="1600" b="0" i="0" u="none" strike="noStrike" kern="1200" cap="none" spc="0" normalizeH="0" baseline="0" dirty="0">
                          <a:ln>
                            <a:noFill/>
                          </a:ln>
                          <a:solidFill>
                            <a:schemeClr val="tx1"/>
                          </a:solidFill>
                          <a:effectLst/>
                          <a:uFillTx/>
                          <a:latin typeface="ABC Monument Grotesk Thin"/>
                          <a:ea typeface="+mn-ea"/>
                          <a:cs typeface="+mn-cs"/>
                        </a:rPr>
                        <a:t> id </a:t>
                      </a:r>
                      <a:r>
                        <a:rPr kumimoji="0" lang="es-ES" sz="1600" b="0" i="0" u="none" strike="noStrike" kern="1200" cap="none" spc="0" normalizeH="0" baseline="0" dirty="0" err="1">
                          <a:ln>
                            <a:noFill/>
                          </a:ln>
                          <a:solidFill>
                            <a:schemeClr val="tx1"/>
                          </a:solidFill>
                          <a:effectLst/>
                          <a:uFillTx/>
                          <a:latin typeface="ABC Monument Grotesk Thin"/>
                          <a:ea typeface="+mn-ea"/>
                          <a:cs typeface="+mn-cs"/>
                        </a:rPr>
                        <a:t>enim</a:t>
                      </a:r>
                      <a:r>
                        <a:rPr kumimoji="0" lang="es-ES" sz="1600" b="0" i="0" u="none" strike="noStrike" kern="1200" cap="none" spc="0" normalizeH="0" baseline="0" dirty="0">
                          <a:ln>
                            <a:noFill/>
                          </a:ln>
                          <a:solidFill>
                            <a:schemeClr val="tx1"/>
                          </a:solidFill>
                          <a:effectLst/>
                          <a:uFillTx/>
                          <a:latin typeface="ABC Monument Grotesk Thin"/>
                          <a:ea typeface="+mn-ea"/>
                          <a:cs typeface="+mn-cs"/>
                        </a:rPr>
                        <a:t> sed </a:t>
                      </a:r>
                      <a:r>
                        <a:rPr kumimoji="0" lang="es-ES" sz="1600" b="0" i="0" u="none" strike="noStrike" kern="1200" cap="none" spc="0" normalizeH="0" baseline="0" dirty="0" err="1">
                          <a:ln>
                            <a:noFill/>
                          </a:ln>
                          <a:solidFill>
                            <a:schemeClr val="tx1"/>
                          </a:solidFill>
                          <a:effectLst/>
                          <a:uFillTx/>
                          <a:latin typeface="ABC Monument Grotesk Thin"/>
                          <a:ea typeface="+mn-ea"/>
                          <a:cs typeface="+mn-cs"/>
                        </a:rPr>
                        <a:t>lacus</a:t>
                      </a:r>
                      <a:r>
                        <a:rPr kumimoji="0" lang="es-ES" sz="1600" b="0" i="0" u="none" strike="noStrike" kern="1200" cap="none" spc="0" normalizeH="0" baseline="0" dirty="0">
                          <a:ln>
                            <a:noFill/>
                          </a:ln>
                          <a:solidFill>
                            <a:schemeClr val="tx1"/>
                          </a:solidFill>
                          <a:effectLst/>
                          <a:uFillTx/>
                          <a:latin typeface="ABC Monument Grotesk Thin"/>
                          <a:ea typeface="+mn-ea"/>
                          <a:cs typeface="+mn-cs"/>
                        </a:rPr>
                        <a:t> vehicula </a:t>
                      </a:r>
                      <a:r>
                        <a:rPr kumimoji="0" lang="es-ES" sz="1600" b="0" i="0" u="none" strike="noStrike" kern="1200" cap="none" spc="0" normalizeH="0" baseline="0" dirty="0" err="1">
                          <a:ln>
                            <a:noFill/>
                          </a:ln>
                          <a:solidFill>
                            <a:schemeClr val="tx1"/>
                          </a:solidFill>
                          <a:effectLst/>
                          <a:uFillTx/>
                          <a:latin typeface="ABC Monument Grotesk Thin"/>
                          <a:ea typeface="+mn-ea"/>
                          <a:cs typeface="+mn-cs"/>
                        </a:rPr>
                        <a:t>cursus</a:t>
                      </a:r>
                      <a:r>
                        <a:rPr kumimoji="0" lang="es-ES" sz="1600" b="0" i="0" u="none" strike="noStrike" kern="1200" cap="none" spc="0" normalizeH="0" baseline="0" dirty="0">
                          <a:ln>
                            <a:noFill/>
                          </a:ln>
                          <a:solidFill>
                            <a:schemeClr val="tx1"/>
                          </a:solidFill>
                          <a:effectLst/>
                          <a:uFillTx/>
                          <a:latin typeface="ABC Monument Grotesk Thin"/>
                          <a:ea typeface="+mn-ea"/>
                          <a:cs typeface="+mn-cs"/>
                        </a:rPr>
                        <a:t> id </a:t>
                      </a:r>
                      <a:r>
                        <a:rPr kumimoji="0" lang="es-ES" sz="1600" b="0" i="0" u="none" strike="noStrike" kern="1200" cap="none" spc="0" normalizeH="0" baseline="0" dirty="0" err="1">
                          <a:ln>
                            <a:noFill/>
                          </a:ln>
                          <a:solidFill>
                            <a:schemeClr val="tx1"/>
                          </a:solidFill>
                          <a:effectLst/>
                          <a:uFillTx/>
                          <a:latin typeface="ABC Monument Grotesk Thin"/>
                          <a:ea typeface="+mn-ea"/>
                          <a:cs typeface="+mn-cs"/>
                        </a:rPr>
                        <a:t>eget</a:t>
                      </a:r>
                      <a:r>
                        <a:rPr kumimoji="0" lang="es-ES" sz="1600" b="0" i="0" u="none" strike="noStrike" kern="1200" cap="none" spc="0" normalizeH="0" baseline="0" dirty="0">
                          <a:ln>
                            <a:noFill/>
                          </a:ln>
                          <a:solidFill>
                            <a:schemeClr val="tx1"/>
                          </a:solidFill>
                          <a:effectLst/>
                          <a:uFillTx/>
                          <a:latin typeface="ABC Monument Grotesk Thin"/>
                          <a:ea typeface="+mn-ea"/>
                          <a:cs typeface="+mn-cs"/>
                        </a:rPr>
                        <a:t> neque. </a:t>
                      </a:r>
                      <a:r>
                        <a:rPr kumimoji="0" lang="es-ES" sz="1600" b="0" i="0" u="none" strike="noStrike" kern="1200" cap="none" spc="0" normalizeH="0" baseline="0" dirty="0" err="1">
                          <a:ln>
                            <a:noFill/>
                          </a:ln>
                          <a:solidFill>
                            <a:schemeClr val="tx1"/>
                          </a:solidFill>
                          <a:effectLst/>
                          <a:uFillTx/>
                          <a:latin typeface="ABC Monument Grotesk Thin"/>
                          <a:ea typeface="+mn-ea"/>
                          <a:cs typeface="+mn-cs"/>
                        </a:rPr>
                        <a:t>Fusce</a:t>
                      </a:r>
                      <a:r>
                        <a:rPr kumimoji="0" lang="es-ES" sz="1600" b="0" i="0" u="none" strike="noStrike" kern="1200" cap="none" spc="0" normalizeH="0" baseline="0" dirty="0">
                          <a:ln>
                            <a:noFill/>
                          </a:ln>
                          <a:solidFill>
                            <a:schemeClr val="tx1"/>
                          </a:solidFill>
                          <a:effectLst/>
                          <a:uFillTx/>
                          <a:latin typeface="ABC Monument Grotesk Thin"/>
                          <a:ea typeface="+mn-ea"/>
                          <a:cs typeface="+mn-cs"/>
                        </a:rPr>
                        <a:t> </a:t>
                      </a:r>
                      <a:r>
                        <a:rPr kumimoji="0" lang="es-ES" sz="1600" b="0" i="0" u="none" strike="noStrike" kern="1200" cap="none" spc="0" normalizeH="0" baseline="0" dirty="0" err="1">
                          <a:ln>
                            <a:noFill/>
                          </a:ln>
                          <a:solidFill>
                            <a:schemeClr val="tx1"/>
                          </a:solidFill>
                          <a:effectLst/>
                          <a:uFillTx/>
                          <a:latin typeface="ABC Monument Grotesk Thin"/>
                          <a:ea typeface="+mn-ea"/>
                          <a:cs typeface="+mn-cs"/>
                        </a:rPr>
                        <a:t>blandit</a:t>
                      </a:r>
                      <a:r>
                        <a:rPr kumimoji="0" lang="es-ES" sz="1600" b="0" i="0" u="none" strike="noStrike" kern="1200" cap="none" spc="0" normalizeH="0" baseline="0" dirty="0">
                          <a:ln>
                            <a:noFill/>
                          </a:ln>
                          <a:solidFill>
                            <a:schemeClr val="tx1"/>
                          </a:solidFill>
                          <a:effectLst/>
                          <a:uFillTx/>
                          <a:latin typeface="ABC Monument Grotesk Thin"/>
                          <a:ea typeface="+mn-ea"/>
                          <a:cs typeface="+mn-cs"/>
                        </a:rPr>
                        <a:t> </a:t>
                      </a:r>
                      <a:r>
                        <a:rPr kumimoji="0" lang="es-ES" sz="1600" b="0" i="0" u="none" strike="noStrike" kern="1200" cap="none" spc="0" normalizeH="0" baseline="0" dirty="0" err="1">
                          <a:ln>
                            <a:noFill/>
                          </a:ln>
                          <a:solidFill>
                            <a:schemeClr val="tx1"/>
                          </a:solidFill>
                          <a:effectLst/>
                          <a:uFillTx/>
                          <a:latin typeface="ABC Monument Grotesk Thin"/>
                          <a:ea typeface="+mn-ea"/>
                          <a:cs typeface="+mn-cs"/>
                        </a:rPr>
                        <a:t>eleifend</a:t>
                      </a:r>
                      <a:r>
                        <a:rPr kumimoji="0" lang="es-ES" sz="1600" b="0" i="0" u="none" strike="noStrike" kern="1200" cap="none" spc="0" normalizeH="0" baseline="0" dirty="0">
                          <a:ln>
                            <a:noFill/>
                          </a:ln>
                          <a:solidFill>
                            <a:schemeClr val="tx1"/>
                          </a:solidFill>
                          <a:effectLst/>
                          <a:uFillTx/>
                          <a:latin typeface="ABC Monument Grotesk Thin"/>
                          <a:ea typeface="+mn-ea"/>
                          <a:cs typeface="+mn-cs"/>
                        </a:rPr>
                        <a:t> </a:t>
                      </a:r>
                      <a:r>
                        <a:rPr kumimoji="0" lang="es-ES" sz="1600" b="0" i="0" u="none" strike="noStrike" kern="1200" cap="none" spc="0" normalizeH="0" baseline="0" dirty="0" err="1">
                          <a:ln>
                            <a:noFill/>
                          </a:ln>
                          <a:solidFill>
                            <a:schemeClr val="tx1"/>
                          </a:solidFill>
                          <a:effectLst/>
                          <a:uFillTx/>
                          <a:latin typeface="ABC Monument Grotesk Thin"/>
                          <a:ea typeface="+mn-ea"/>
                          <a:cs typeface="+mn-cs"/>
                        </a:rPr>
                        <a:t>pharetra</a:t>
                      </a:r>
                      <a:r>
                        <a:rPr kumimoji="0" lang="es-ES" sz="1600" b="0" i="0" u="none" strike="noStrike" kern="1200" cap="none" spc="0" normalizeH="0" baseline="0" dirty="0">
                          <a:ln>
                            <a:noFill/>
                          </a:ln>
                          <a:solidFill>
                            <a:schemeClr val="tx1"/>
                          </a:solidFill>
                          <a:effectLst/>
                          <a:uFillTx/>
                          <a:latin typeface="ABC Monument Grotesk Thin"/>
                          <a:ea typeface="+mn-ea"/>
                          <a:cs typeface="+mn-cs"/>
                        </a:rPr>
                        <a:t>. </a:t>
                      </a:r>
                      <a:r>
                        <a:rPr kumimoji="0" lang="es-ES" sz="1600" b="0" i="0" u="none" strike="noStrike" kern="1200" cap="none" spc="0" normalizeH="0" baseline="0" dirty="0" err="1">
                          <a:ln>
                            <a:noFill/>
                          </a:ln>
                          <a:solidFill>
                            <a:schemeClr val="tx1"/>
                          </a:solidFill>
                          <a:effectLst/>
                          <a:uFillTx/>
                          <a:latin typeface="ABC Monument Grotesk Thin"/>
                          <a:ea typeface="+mn-ea"/>
                          <a:cs typeface="+mn-cs"/>
                        </a:rPr>
                        <a:t>Phasellus</a:t>
                      </a:r>
                      <a:r>
                        <a:rPr kumimoji="0" lang="es-ES" sz="1600" b="0" i="0" u="none" strike="noStrike" kern="1200" cap="none" spc="0" normalizeH="0" baseline="0" dirty="0">
                          <a:ln>
                            <a:noFill/>
                          </a:ln>
                          <a:solidFill>
                            <a:schemeClr val="tx1"/>
                          </a:solidFill>
                          <a:effectLst/>
                          <a:uFillTx/>
                          <a:latin typeface="ABC Monument Grotesk Thin"/>
                          <a:ea typeface="+mn-ea"/>
                          <a:cs typeface="+mn-cs"/>
                        </a:rPr>
                        <a:t> </a:t>
                      </a:r>
                      <a:r>
                        <a:rPr kumimoji="0" lang="es-ES" sz="1600" b="0" i="0" u="none" strike="noStrike" kern="1200" cap="none" spc="0" normalizeH="0" baseline="0" dirty="0" err="1">
                          <a:ln>
                            <a:noFill/>
                          </a:ln>
                          <a:solidFill>
                            <a:schemeClr val="tx1"/>
                          </a:solidFill>
                          <a:effectLst/>
                          <a:uFillTx/>
                          <a:latin typeface="ABC Monument Grotesk Thin"/>
                          <a:ea typeface="+mn-ea"/>
                          <a:cs typeface="+mn-cs"/>
                        </a:rPr>
                        <a:t>consectetur</a:t>
                      </a:r>
                      <a:r>
                        <a:rPr kumimoji="0" lang="es-ES" sz="1600" b="0" i="0" u="none" strike="noStrike" kern="1200" cap="none" spc="0" normalizeH="0" baseline="0" dirty="0">
                          <a:ln>
                            <a:noFill/>
                          </a:ln>
                          <a:solidFill>
                            <a:schemeClr val="tx1"/>
                          </a:solidFill>
                          <a:effectLst/>
                          <a:uFillTx/>
                          <a:latin typeface="ABC Monument Grotesk Thin"/>
                          <a:ea typeface="+mn-ea"/>
                          <a:cs typeface="+mn-cs"/>
                        </a:rPr>
                        <a:t> </a:t>
                      </a:r>
                    </a:p>
                    <a:p>
                      <a:pPr marL="182563" marR="0" lvl="0" indent="0" algn="just" defTabSz="1007486" rtl="0" eaLnBrk="1" fontAlgn="auto" latinLnBrk="0" hangingPunct="1">
                        <a:lnSpc>
                          <a:spcPct val="100000"/>
                        </a:lnSpc>
                        <a:spcBef>
                          <a:spcPts val="0"/>
                        </a:spcBef>
                        <a:spcAft>
                          <a:spcPts val="0"/>
                        </a:spcAft>
                        <a:buClrTx/>
                        <a:buSzTx/>
                        <a:buFontTx/>
                        <a:buNone/>
                        <a:tabLst/>
                        <a:defRPr/>
                      </a:pPr>
                      <a:endParaRPr kumimoji="0" lang="es-ES" sz="1100" b="0" i="0" u="none" strike="noStrike" kern="1200" cap="none" spc="0" normalizeH="0" baseline="0" noProof="0" dirty="0">
                        <a:ln>
                          <a:noFill/>
                        </a:ln>
                        <a:solidFill>
                          <a:schemeClr val="tx1"/>
                        </a:solidFill>
                        <a:effectLst/>
                        <a:uFillTx/>
                        <a:latin typeface="ABC Monument Grotesk Thin"/>
                        <a:ea typeface="+mn-ea"/>
                        <a:cs typeface="+mn-cs"/>
                      </a:endParaRPr>
                    </a:p>
                    <a:p>
                      <a:pPr marL="182563" marR="0" lvl="0" indent="0" algn="just" defTabSz="1007486" rtl="0" eaLnBrk="1" fontAlgn="auto" latinLnBrk="0" hangingPunct="1">
                        <a:lnSpc>
                          <a:spcPct val="100000"/>
                        </a:lnSpc>
                        <a:spcBef>
                          <a:spcPts val="0"/>
                        </a:spcBef>
                        <a:spcAft>
                          <a:spcPts val="600"/>
                        </a:spcAft>
                        <a:buClrTx/>
                        <a:buSzTx/>
                        <a:buFontTx/>
                        <a:buNone/>
                        <a:tabLst/>
                        <a:defRPr/>
                      </a:pPr>
                      <a:r>
                        <a:rPr kumimoji="0" lang="es-ES" sz="1100" b="0" i="0" u="none" strike="noStrike" kern="1200" cap="none" spc="0" normalizeH="0" baseline="0" dirty="0">
                          <a:ln>
                            <a:noFill/>
                          </a:ln>
                          <a:solidFill>
                            <a:schemeClr val="tx1"/>
                          </a:solidFill>
                          <a:effectLst/>
                          <a:uFillTx/>
                          <a:latin typeface="ABC Monument Grotesk Thin"/>
                          <a:ea typeface="+mn-ea"/>
                          <a:cs typeface="+mn-cs"/>
                        </a:rPr>
                        <a:t>Lorem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ipsum</a:t>
                      </a:r>
                      <a:r>
                        <a:rPr kumimoji="0" lang="es-ES" sz="1100" b="0" i="0" u="none" strike="noStrike" kern="1200" cap="none" spc="0" normalizeH="0" baseline="0" dirty="0">
                          <a:ln>
                            <a:noFill/>
                          </a:ln>
                          <a:solidFill>
                            <a:schemeClr val="tx1"/>
                          </a:solidFill>
                          <a:effectLst/>
                          <a:uFillTx/>
                          <a:latin typeface="ABC Monument Grotesk Thin"/>
                          <a:ea typeface="+mn-ea"/>
                          <a:cs typeface="+mn-cs"/>
                        </a:rPr>
                        <a:t> dolor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sit</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amet</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consectetur</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adipiscing</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elit</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Praesent</a:t>
                      </a:r>
                      <a:r>
                        <a:rPr kumimoji="0" lang="es-ES" sz="1100" b="0" i="0" u="none" strike="noStrike" kern="1200" cap="none" spc="0" normalizeH="0" baseline="0" dirty="0">
                          <a:ln>
                            <a:noFill/>
                          </a:ln>
                          <a:solidFill>
                            <a:schemeClr val="tx1"/>
                          </a:solidFill>
                          <a:effectLst/>
                          <a:uFillTx/>
                          <a:latin typeface="ABC Monument Grotesk Thin"/>
                          <a:ea typeface="+mn-ea"/>
                          <a:cs typeface="+mn-cs"/>
                        </a:rPr>
                        <a:t> id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enim</a:t>
                      </a:r>
                      <a:r>
                        <a:rPr kumimoji="0" lang="es-ES" sz="1100" b="0" i="0" u="none" strike="noStrike" kern="1200" cap="none" spc="0" normalizeH="0" baseline="0" dirty="0">
                          <a:ln>
                            <a:noFill/>
                          </a:ln>
                          <a:solidFill>
                            <a:schemeClr val="tx1"/>
                          </a:solidFill>
                          <a:effectLst/>
                          <a:uFillTx/>
                          <a:latin typeface="ABC Monument Grotesk Thin"/>
                          <a:ea typeface="+mn-ea"/>
                          <a:cs typeface="+mn-cs"/>
                        </a:rPr>
                        <a:t> sed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lacus</a:t>
                      </a:r>
                      <a:r>
                        <a:rPr kumimoji="0" lang="es-ES" sz="1100" b="0" i="0" u="none" strike="noStrike" kern="1200" cap="none" spc="0" normalizeH="0" baseline="0" dirty="0">
                          <a:ln>
                            <a:noFill/>
                          </a:ln>
                          <a:solidFill>
                            <a:schemeClr val="tx1"/>
                          </a:solidFill>
                          <a:effectLst/>
                          <a:uFillTx/>
                          <a:latin typeface="ABC Monument Grotesk Thin"/>
                          <a:ea typeface="+mn-ea"/>
                          <a:cs typeface="+mn-cs"/>
                        </a:rPr>
                        <a:t> vehicula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cursus</a:t>
                      </a:r>
                      <a:r>
                        <a:rPr kumimoji="0" lang="es-ES" sz="1100" b="0" i="0" u="none" strike="noStrike" kern="1200" cap="none" spc="0" normalizeH="0" baseline="0" dirty="0">
                          <a:ln>
                            <a:noFill/>
                          </a:ln>
                          <a:solidFill>
                            <a:schemeClr val="tx1"/>
                          </a:solidFill>
                          <a:effectLst/>
                          <a:uFillTx/>
                          <a:latin typeface="ABC Monument Grotesk Thin"/>
                          <a:ea typeface="+mn-ea"/>
                          <a:cs typeface="+mn-cs"/>
                        </a:rPr>
                        <a:t> id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eget</a:t>
                      </a:r>
                      <a:r>
                        <a:rPr kumimoji="0" lang="es-ES" sz="1100" b="0" i="0" u="none" strike="noStrike" kern="1200" cap="none" spc="0" normalizeH="0" baseline="0" dirty="0">
                          <a:ln>
                            <a:noFill/>
                          </a:ln>
                          <a:solidFill>
                            <a:schemeClr val="tx1"/>
                          </a:solidFill>
                          <a:effectLst/>
                          <a:uFillTx/>
                          <a:latin typeface="ABC Monument Grotesk Thin"/>
                          <a:ea typeface="+mn-ea"/>
                          <a:cs typeface="+mn-cs"/>
                        </a:rPr>
                        <a:t> neque.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Fusce</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blandit</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eleifend</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pharetra</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Phasellus</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consectetur</a:t>
                      </a:r>
                      <a:r>
                        <a:rPr kumimoji="0" lang="es-ES" sz="1100" b="0" i="0" u="none" strike="noStrike" kern="1200" cap="none" spc="0" normalizeH="0" baseline="0" dirty="0">
                          <a:ln>
                            <a:noFill/>
                          </a:ln>
                          <a:solidFill>
                            <a:schemeClr val="tx1"/>
                          </a:solidFill>
                          <a:effectLst/>
                          <a:uFillTx/>
                          <a:latin typeface="ABC Monument Grotesk Thin"/>
                          <a:ea typeface="+mn-ea"/>
                          <a:cs typeface="+mn-cs"/>
                        </a:rPr>
                        <a:t> id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purus</a:t>
                      </a:r>
                      <a:r>
                        <a:rPr kumimoji="0" lang="es-ES" sz="1100" b="0" i="0" u="none" strike="noStrike" kern="1200" cap="none" spc="0" normalizeH="0" baseline="0" dirty="0">
                          <a:ln>
                            <a:noFill/>
                          </a:ln>
                          <a:solidFill>
                            <a:schemeClr val="tx1"/>
                          </a:solidFill>
                          <a:effectLst/>
                          <a:uFillTx/>
                          <a:latin typeface="ABC Monument Grotesk Thin"/>
                          <a:ea typeface="+mn-ea"/>
                          <a:cs typeface="+mn-cs"/>
                        </a:rPr>
                        <a:t> in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bibendum</a:t>
                      </a:r>
                      <a:r>
                        <a:rPr kumimoji="0" lang="es-ES" sz="1100" b="0" i="0" u="none" strike="noStrike" kern="1200" cap="none" spc="0" normalizeH="0" baseline="0" dirty="0">
                          <a:ln>
                            <a:noFill/>
                          </a:ln>
                          <a:solidFill>
                            <a:schemeClr val="tx1"/>
                          </a:solidFill>
                          <a:effectLst/>
                          <a:uFillTx/>
                          <a:latin typeface="ABC Monument Grotesk Thin"/>
                          <a:ea typeface="+mn-ea"/>
                          <a:cs typeface="+mn-cs"/>
                        </a:rPr>
                        <a:t>. Quisque ornare, nunc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vel</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faucibus</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fringilla</a:t>
                      </a:r>
                      <a:r>
                        <a:rPr kumimoji="0" lang="es-ES" sz="1100" b="0" i="0" u="none" strike="noStrike" kern="1200" cap="none" spc="0" normalizeH="0" baseline="0" dirty="0">
                          <a:ln>
                            <a:noFill/>
                          </a:ln>
                          <a:solidFill>
                            <a:schemeClr val="tx1"/>
                          </a:solidFill>
                          <a:effectLst/>
                          <a:uFillTx/>
                          <a:latin typeface="ABC Monument Grotesk Thin"/>
                          <a:ea typeface="+mn-ea"/>
                          <a:cs typeface="+mn-cs"/>
                        </a:rPr>
                        <a:t>, ex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sem</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convallis</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lectus</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eu</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maximus</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dui</a:t>
                      </a:r>
                      <a:r>
                        <a:rPr kumimoji="0" lang="es-ES" sz="1100" b="0" i="0" u="none" strike="noStrike" kern="1200" cap="none" spc="0" normalizeH="0" baseline="0" dirty="0">
                          <a:ln>
                            <a:noFill/>
                          </a:ln>
                          <a:solidFill>
                            <a:schemeClr val="tx1"/>
                          </a:solidFill>
                          <a:effectLst/>
                          <a:uFillTx/>
                          <a:latin typeface="ABC Monument Grotesk Thin"/>
                          <a:ea typeface="+mn-ea"/>
                          <a:cs typeface="+mn-cs"/>
                        </a:rPr>
                        <a:t> justo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eu</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lorem</a:t>
                      </a:r>
                      <a:r>
                        <a:rPr kumimoji="0" lang="es-ES" sz="1100" b="0" i="0" u="none" strike="noStrike" kern="1200" cap="none" spc="0" normalizeH="0" baseline="0" dirty="0">
                          <a:ln>
                            <a:noFill/>
                          </a:ln>
                          <a:solidFill>
                            <a:schemeClr val="tx1"/>
                          </a:solidFill>
                          <a:effectLst/>
                          <a:uFillTx/>
                          <a:latin typeface="ABC Monument Grotesk Thin"/>
                          <a:ea typeface="+mn-ea"/>
                          <a:cs typeface="+mn-cs"/>
                        </a:rPr>
                        <a:t>. Sed lacinia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est</a:t>
                      </a:r>
                      <a:r>
                        <a:rPr kumimoji="0" lang="es-ES" sz="1100" b="0" i="0" u="none" strike="noStrike" kern="1200" cap="none" spc="0" normalizeH="0" baseline="0" dirty="0">
                          <a:ln>
                            <a:noFill/>
                          </a:ln>
                          <a:solidFill>
                            <a:schemeClr val="tx1"/>
                          </a:solidFill>
                          <a:effectLst/>
                          <a:uFillTx/>
                          <a:latin typeface="ABC Monument Grotesk Thin"/>
                          <a:ea typeface="+mn-ea"/>
                          <a:cs typeface="+mn-cs"/>
                        </a:rPr>
                        <a:t> et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eleifend</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mattis</a:t>
                      </a:r>
                      <a:r>
                        <a:rPr kumimoji="0" lang="es-ES" sz="1100" b="0" i="0" u="none" strike="noStrike" kern="1200" cap="none" spc="0" normalizeH="0" baseline="0" dirty="0">
                          <a:ln>
                            <a:noFill/>
                          </a:ln>
                          <a:solidFill>
                            <a:schemeClr val="tx1"/>
                          </a:solidFill>
                          <a:effectLst/>
                          <a:uFillTx/>
                          <a:latin typeface="ABC Monument Grotesk Thin"/>
                          <a:ea typeface="+mn-ea"/>
                          <a:cs typeface="+mn-cs"/>
                        </a:rPr>
                        <a:t>. Sed in urna sed justo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iaculis</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gravida</a:t>
                      </a:r>
                      <a:r>
                        <a:rPr kumimoji="0" lang="es-ES" sz="1100" b="0" i="0" u="none" strike="noStrike" kern="1200" cap="none" spc="0" normalizeH="0" baseline="0" dirty="0">
                          <a:ln>
                            <a:noFill/>
                          </a:ln>
                          <a:solidFill>
                            <a:schemeClr val="tx1"/>
                          </a:solidFill>
                          <a:effectLst/>
                          <a:uFillTx/>
                          <a:latin typeface="ABC Monument Grotesk Thin"/>
                          <a:ea typeface="+mn-ea"/>
                          <a:cs typeface="+mn-cs"/>
                        </a:rPr>
                        <a:t> in ut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quam</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Proin</a:t>
                      </a:r>
                      <a:r>
                        <a:rPr kumimoji="0" lang="es-ES" sz="1100" b="0" i="0" u="none" strike="noStrike" kern="1200" cap="none" spc="0" normalizeH="0" baseline="0" dirty="0">
                          <a:ln>
                            <a:noFill/>
                          </a:ln>
                          <a:solidFill>
                            <a:schemeClr val="tx1"/>
                          </a:solidFill>
                          <a:effectLst/>
                          <a:uFillTx/>
                          <a:latin typeface="ABC Monument Grotesk Thin"/>
                          <a:ea typeface="+mn-ea"/>
                          <a:cs typeface="+mn-cs"/>
                        </a:rPr>
                        <a:t> porta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enim</a:t>
                      </a:r>
                      <a:r>
                        <a:rPr kumimoji="0" lang="es-ES" sz="1100" b="0" i="0" u="none" strike="noStrike" kern="1200" cap="none" spc="0" normalizeH="0" baseline="0" dirty="0">
                          <a:ln>
                            <a:noFill/>
                          </a:ln>
                          <a:solidFill>
                            <a:schemeClr val="tx1"/>
                          </a:solidFill>
                          <a:effectLst/>
                          <a:uFillTx/>
                          <a:latin typeface="ABC Monument Grotesk Thin"/>
                          <a:ea typeface="+mn-ea"/>
                          <a:cs typeface="+mn-cs"/>
                        </a:rPr>
                        <a:t> et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sodales</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rutrum</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Donec</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sem</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erat</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bibendum</a:t>
                      </a:r>
                      <a:r>
                        <a:rPr kumimoji="0" lang="es-ES" sz="1100" b="0" i="0" u="none" strike="noStrike" kern="1200" cap="none" spc="0" normalizeH="0" baseline="0" dirty="0">
                          <a:ln>
                            <a:noFill/>
                          </a:ln>
                          <a:solidFill>
                            <a:schemeClr val="tx1"/>
                          </a:solidFill>
                          <a:effectLst/>
                          <a:uFillTx/>
                          <a:latin typeface="ABC Monument Grotesk Thin"/>
                          <a:ea typeface="+mn-ea"/>
                          <a:cs typeface="+mn-cs"/>
                        </a:rPr>
                        <a:t> quis odio ac,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tincidunt</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finibus</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arcu</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Praesent</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nisl</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augue</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condimentum</a:t>
                      </a:r>
                      <a:r>
                        <a:rPr kumimoji="0" lang="es-ES" sz="1100" b="0" i="0" u="none" strike="noStrike" kern="1200" cap="none" spc="0" normalizeH="0" baseline="0" dirty="0">
                          <a:ln>
                            <a:noFill/>
                          </a:ln>
                          <a:solidFill>
                            <a:schemeClr val="tx1"/>
                          </a:solidFill>
                          <a:effectLst/>
                          <a:uFillTx/>
                          <a:latin typeface="ABC Monument Grotesk Thin"/>
                          <a:ea typeface="+mn-ea"/>
                          <a:cs typeface="+mn-cs"/>
                        </a:rPr>
                        <a:t> in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arcu</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sit</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amet</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hendrerit</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ultricies</a:t>
                      </a:r>
                      <a:r>
                        <a:rPr kumimoji="0" lang="es-ES" sz="1100" b="0" i="0" u="none" strike="noStrike" kern="1200" cap="none" spc="0" normalizeH="0" baseline="0" dirty="0">
                          <a:ln>
                            <a:noFill/>
                          </a:ln>
                          <a:solidFill>
                            <a:schemeClr val="tx1"/>
                          </a:solidFill>
                          <a:effectLst/>
                          <a:uFillTx/>
                          <a:latin typeface="ABC Monument Grotesk Thin"/>
                          <a:ea typeface="+mn-ea"/>
                          <a:cs typeface="+mn-cs"/>
                        </a:rPr>
                        <a:t> </a:t>
                      </a:r>
                      <a:r>
                        <a:rPr kumimoji="0" lang="es-ES" sz="1100" b="0" i="0" u="none" strike="noStrike" kern="1200" cap="none" spc="0" normalizeH="0" baseline="0" dirty="0" err="1">
                          <a:ln>
                            <a:noFill/>
                          </a:ln>
                          <a:solidFill>
                            <a:schemeClr val="tx1"/>
                          </a:solidFill>
                          <a:effectLst/>
                          <a:uFillTx/>
                          <a:latin typeface="ABC Monument Grotesk Thin"/>
                          <a:ea typeface="+mn-ea"/>
                          <a:cs typeface="+mn-cs"/>
                        </a:rPr>
                        <a:t>felis</a:t>
                      </a:r>
                      <a:r>
                        <a:rPr kumimoji="0" lang="es-ES" sz="1100" b="0" i="0" u="none" strike="noStrike" kern="1200" cap="none" spc="0" normalizeH="0" baseline="0" dirty="0">
                          <a:ln>
                            <a:noFill/>
                          </a:ln>
                          <a:solidFill>
                            <a:schemeClr val="tx1"/>
                          </a:solidFill>
                          <a:effectLst/>
                          <a:uFillTx/>
                          <a:latin typeface="ABC Monument Grotesk Thin"/>
                          <a:ea typeface="+mn-ea"/>
                          <a:cs typeface="+mn-cs"/>
                        </a:rPr>
                        <a:t>.</a:t>
                      </a:r>
                      <a:r>
                        <a:rPr kumimoji="0" lang="es-ES" sz="1100" b="0" i="0" u="none" strike="noStrike" kern="0" cap="none" spc="0" normalizeH="0" baseline="0" noProof="0" dirty="0">
                          <a:ln>
                            <a:noFill/>
                          </a:ln>
                          <a:solidFill>
                            <a:schemeClr val="tx1"/>
                          </a:solidFill>
                          <a:effectLst/>
                          <a:uFillTx/>
                          <a:latin typeface="ABC Monument Grotesk Thin"/>
                          <a:ea typeface="+mn-ea"/>
                          <a:cs typeface="+mn-cs"/>
                        </a:rPr>
                        <a:t>.</a:t>
                      </a:r>
                    </a:p>
                    <a:p>
                      <a:pPr marL="266700" marR="0" lvl="0" indent="0" algn="just" defTabSz="1007486" rtl="0" eaLnBrk="1" fontAlgn="auto" latinLnBrk="0" hangingPunct="1">
                        <a:lnSpc>
                          <a:spcPct val="100000"/>
                        </a:lnSpc>
                        <a:spcBef>
                          <a:spcPts val="0"/>
                        </a:spcBef>
                        <a:spcAft>
                          <a:spcPts val="600"/>
                        </a:spcAft>
                        <a:buClrTx/>
                        <a:buSzTx/>
                        <a:buFontTx/>
                        <a:buNone/>
                        <a:tabLst/>
                        <a:defRPr/>
                      </a:pPr>
                      <a:endParaRPr kumimoji="0" lang="es-ES" sz="1100" b="0" i="0" u="none" strike="noStrike" kern="0" cap="none" spc="0" normalizeH="0" baseline="0" noProof="0" dirty="0">
                        <a:ln>
                          <a:noFill/>
                        </a:ln>
                        <a:solidFill>
                          <a:schemeClr val="tx1"/>
                        </a:solidFill>
                        <a:effectLst/>
                        <a:uFillTx/>
                        <a:latin typeface="ABC Monument Grotesk Thin"/>
                        <a:ea typeface="+mn-ea"/>
                        <a:cs typeface="+mn-cs"/>
                      </a:endParaRPr>
                    </a:p>
                    <a:p>
                      <a:pPr marL="266700" marR="0" lvl="0" indent="0" algn="just" defTabSz="1007486" rtl="0" eaLnBrk="1" fontAlgn="auto" latinLnBrk="0" hangingPunct="1">
                        <a:lnSpc>
                          <a:spcPct val="100000"/>
                        </a:lnSpc>
                        <a:spcBef>
                          <a:spcPts val="0"/>
                        </a:spcBef>
                        <a:spcAft>
                          <a:spcPts val="600"/>
                        </a:spcAft>
                        <a:buClrTx/>
                        <a:buSzTx/>
                        <a:buFontTx/>
                        <a:buNone/>
                        <a:tabLst/>
                        <a:defRPr/>
                      </a:pPr>
                      <a:r>
                        <a:rPr kumimoji="0" lang="es-ES" sz="1100" b="0" i="1" u="none" strike="noStrike" kern="0" cap="none" spc="0" normalizeH="0" baseline="0" noProof="0" dirty="0">
                          <a:ln>
                            <a:noFill/>
                          </a:ln>
                          <a:solidFill>
                            <a:schemeClr val="tx1"/>
                          </a:solidFill>
                          <a:effectLst/>
                          <a:uFillTx/>
                          <a:latin typeface="ABC Monument Grotesk Thin"/>
                          <a:ea typeface="+mn-ea"/>
                          <a:cs typeface="+mn-cs"/>
                        </a:rPr>
                        <a:t>A continuación, se muestran los detalles descriptivos de la situación anterior:</a:t>
                      </a:r>
                    </a:p>
                    <a:p>
                      <a:pPr marL="360363" marR="0" lvl="0" indent="0" algn="just" defTabSz="1007486" rtl="0" eaLnBrk="1" fontAlgn="auto" latinLnBrk="0" hangingPunct="1">
                        <a:lnSpc>
                          <a:spcPct val="100000"/>
                        </a:lnSpc>
                        <a:spcBef>
                          <a:spcPts val="0"/>
                        </a:spcBef>
                        <a:spcAft>
                          <a:spcPts val="600"/>
                        </a:spcAft>
                        <a:buClrTx/>
                        <a:buSzTx/>
                        <a:buFontTx/>
                        <a:buNone/>
                        <a:tabLst>
                          <a:tab pos="355600" algn="l"/>
                        </a:tabLst>
                        <a:defRPr/>
                      </a:pPr>
                      <a:r>
                        <a:rPr kumimoji="0" lang="es-ES" sz="1100" b="0" i="1" u="none" strike="noStrike" kern="1200" cap="none" spc="0" normalizeH="0" baseline="0" dirty="0">
                          <a:ln>
                            <a:noFill/>
                          </a:ln>
                          <a:solidFill>
                            <a:schemeClr val="tx1"/>
                          </a:solidFill>
                          <a:effectLst/>
                          <a:uFillTx/>
                          <a:latin typeface="ABC Monument Grotesk Thin"/>
                          <a:ea typeface="+mn-ea"/>
                          <a:cs typeface="+mn-cs"/>
                        </a:rPr>
                        <a:t>/ Lorem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ipsum</a:t>
                      </a:r>
                      <a:r>
                        <a:rPr kumimoji="0" lang="es-ES" sz="1100" b="0" i="1" u="none" strike="noStrike" kern="1200" cap="none" spc="0" normalizeH="0" baseline="0" dirty="0">
                          <a:ln>
                            <a:noFill/>
                          </a:ln>
                          <a:solidFill>
                            <a:schemeClr val="tx1"/>
                          </a:solidFill>
                          <a:effectLst/>
                          <a:uFillTx/>
                          <a:latin typeface="ABC Monument Grotesk Thin"/>
                          <a:ea typeface="+mn-ea"/>
                          <a:cs typeface="+mn-cs"/>
                        </a:rPr>
                        <a:t> dolor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sit</a:t>
                      </a:r>
                      <a:r>
                        <a:rPr kumimoji="0" lang="es-ES" sz="1100" b="0" i="1" u="none" strike="noStrike" kern="1200" cap="none" spc="0" normalizeH="0" baseline="0" dirty="0">
                          <a:ln>
                            <a:noFill/>
                          </a:ln>
                          <a:solidFill>
                            <a:schemeClr val="tx1"/>
                          </a:solidFill>
                          <a:effectLst/>
                          <a:uFillTx/>
                          <a:latin typeface="ABC Monument Grotesk Thin"/>
                          <a:ea typeface="+mn-ea"/>
                          <a:cs typeface="+mn-cs"/>
                        </a:rPr>
                        <a:t>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amet</a:t>
                      </a:r>
                      <a:r>
                        <a:rPr kumimoji="0" lang="es-ES" sz="1100" b="0" i="1" u="none" strike="noStrike" kern="1200" cap="none" spc="0" normalizeH="0" baseline="0" dirty="0">
                          <a:ln>
                            <a:noFill/>
                          </a:ln>
                          <a:solidFill>
                            <a:schemeClr val="tx1"/>
                          </a:solidFill>
                          <a:effectLst/>
                          <a:uFillTx/>
                          <a:latin typeface="ABC Monument Grotesk Thin"/>
                          <a:ea typeface="+mn-ea"/>
                          <a:cs typeface="+mn-cs"/>
                        </a:rPr>
                        <a:t>,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consectetur</a:t>
                      </a:r>
                      <a:r>
                        <a:rPr kumimoji="0" lang="es-ES" sz="1100" b="0" i="1" u="none" strike="noStrike" kern="1200" cap="none" spc="0" normalizeH="0" baseline="0" dirty="0">
                          <a:ln>
                            <a:noFill/>
                          </a:ln>
                          <a:solidFill>
                            <a:schemeClr val="tx1"/>
                          </a:solidFill>
                          <a:effectLst/>
                          <a:uFillTx/>
                          <a:latin typeface="ABC Monument Grotesk Thin"/>
                          <a:ea typeface="+mn-ea"/>
                          <a:cs typeface="+mn-cs"/>
                        </a:rPr>
                        <a:t>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adipiscing</a:t>
                      </a:r>
                      <a:r>
                        <a:rPr kumimoji="0" lang="es-ES" sz="1100" b="0" i="1" u="none" strike="noStrike" kern="1200" cap="none" spc="0" normalizeH="0" baseline="0" dirty="0">
                          <a:ln>
                            <a:noFill/>
                          </a:ln>
                          <a:solidFill>
                            <a:schemeClr val="tx1"/>
                          </a:solidFill>
                          <a:effectLst/>
                          <a:uFillTx/>
                          <a:latin typeface="ABC Monument Grotesk Thin"/>
                          <a:ea typeface="+mn-ea"/>
                          <a:cs typeface="+mn-cs"/>
                        </a:rPr>
                        <a:t>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elit</a:t>
                      </a:r>
                      <a:r>
                        <a:rPr kumimoji="0" lang="es-ES" sz="1100" b="0" i="1" u="none" strike="noStrike" kern="1200" cap="none" spc="0" normalizeH="0" baseline="0" dirty="0">
                          <a:ln>
                            <a:noFill/>
                          </a:ln>
                          <a:solidFill>
                            <a:schemeClr val="tx1"/>
                          </a:solidFill>
                          <a:effectLst/>
                          <a:uFillTx/>
                          <a:latin typeface="ABC Monument Grotesk Thin"/>
                          <a:ea typeface="+mn-ea"/>
                          <a:cs typeface="+mn-cs"/>
                        </a:rPr>
                        <a:t>.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Praesent</a:t>
                      </a:r>
                      <a:r>
                        <a:rPr kumimoji="0" lang="es-ES" sz="1100" b="0" i="1" u="none" strike="noStrike" kern="1200" cap="none" spc="0" normalizeH="0" baseline="0" dirty="0">
                          <a:ln>
                            <a:noFill/>
                          </a:ln>
                          <a:solidFill>
                            <a:schemeClr val="tx1"/>
                          </a:solidFill>
                          <a:effectLst/>
                          <a:uFillTx/>
                          <a:latin typeface="ABC Monument Grotesk Thin"/>
                          <a:ea typeface="+mn-ea"/>
                          <a:cs typeface="+mn-cs"/>
                        </a:rPr>
                        <a:t> id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enim</a:t>
                      </a:r>
                      <a:r>
                        <a:rPr kumimoji="0" lang="es-ES" sz="1100" b="0" i="1" u="none" strike="noStrike" kern="1200" cap="none" spc="0" normalizeH="0" baseline="0" dirty="0">
                          <a:ln>
                            <a:noFill/>
                          </a:ln>
                          <a:solidFill>
                            <a:schemeClr val="tx1"/>
                          </a:solidFill>
                          <a:effectLst/>
                          <a:uFillTx/>
                          <a:latin typeface="ABC Monument Grotesk Thin"/>
                          <a:ea typeface="+mn-ea"/>
                          <a:cs typeface="+mn-cs"/>
                        </a:rPr>
                        <a:t> sed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lacus</a:t>
                      </a:r>
                      <a:r>
                        <a:rPr kumimoji="0" lang="es-ES" sz="1100" b="0" i="1" u="none" strike="noStrike" kern="1200" cap="none" spc="0" normalizeH="0" baseline="0" dirty="0">
                          <a:ln>
                            <a:noFill/>
                          </a:ln>
                          <a:solidFill>
                            <a:schemeClr val="tx1"/>
                          </a:solidFill>
                          <a:effectLst/>
                          <a:uFillTx/>
                          <a:latin typeface="ABC Monument Grotesk Thin"/>
                          <a:ea typeface="+mn-ea"/>
                          <a:cs typeface="+mn-cs"/>
                        </a:rPr>
                        <a:t> vehicula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cursus</a:t>
                      </a:r>
                      <a:r>
                        <a:rPr kumimoji="0" lang="es-ES" sz="1100" b="0" i="1" u="none" strike="noStrike" kern="1200" cap="none" spc="0" normalizeH="0" baseline="0" dirty="0">
                          <a:ln>
                            <a:noFill/>
                          </a:ln>
                          <a:solidFill>
                            <a:schemeClr val="tx1"/>
                          </a:solidFill>
                          <a:effectLst/>
                          <a:uFillTx/>
                          <a:latin typeface="ABC Monument Grotesk Thin"/>
                          <a:ea typeface="+mn-ea"/>
                          <a:cs typeface="+mn-cs"/>
                        </a:rPr>
                        <a:t> id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eget</a:t>
                      </a:r>
                      <a:r>
                        <a:rPr kumimoji="0" lang="es-ES" sz="1100" b="0" i="1" u="none" strike="noStrike" kern="1200" cap="none" spc="0" normalizeH="0" baseline="0" dirty="0">
                          <a:ln>
                            <a:noFill/>
                          </a:ln>
                          <a:solidFill>
                            <a:schemeClr val="tx1"/>
                          </a:solidFill>
                          <a:effectLst/>
                          <a:uFillTx/>
                          <a:latin typeface="ABC Monument Grotesk Thin"/>
                          <a:ea typeface="+mn-ea"/>
                          <a:cs typeface="+mn-cs"/>
                        </a:rPr>
                        <a:t> neque.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Fusce</a:t>
                      </a:r>
                      <a:r>
                        <a:rPr kumimoji="0" lang="es-ES" sz="1100" b="0" i="1" u="none" strike="noStrike" kern="1200" cap="none" spc="0" normalizeH="0" baseline="0" dirty="0">
                          <a:ln>
                            <a:noFill/>
                          </a:ln>
                          <a:solidFill>
                            <a:schemeClr val="tx1"/>
                          </a:solidFill>
                          <a:effectLst/>
                          <a:uFillTx/>
                          <a:latin typeface="ABC Monument Grotesk Thin"/>
                          <a:ea typeface="+mn-ea"/>
                          <a:cs typeface="+mn-cs"/>
                        </a:rPr>
                        <a:t>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blandit</a:t>
                      </a:r>
                      <a:r>
                        <a:rPr kumimoji="0" lang="es-ES" sz="1100" b="0" i="1" u="none" strike="noStrike" kern="1200" cap="none" spc="0" normalizeH="0" baseline="0" dirty="0">
                          <a:ln>
                            <a:noFill/>
                          </a:ln>
                          <a:solidFill>
                            <a:schemeClr val="tx1"/>
                          </a:solidFill>
                          <a:effectLst/>
                          <a:uFillTx/>
                          <a:latin typeface="ABC Monument Grotesk Thin"/>
                          <a:ea typeface="+mn-ea"/>
                          <a:cs typeface="+mn-cs"/>
                        </a:rPr>
                        <a:t>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eleifend</a:t>
                      </a:r>
                      <a:r>
                        <a:rPr kumimoji="0" lang="es-ES" sz="1100" b="0" i="1" u="none" strike="noStrike" kern="1200" cap="none" spc="0" normalizeH="0" baseline="0" dirty="0">
                          <a:ln>
                            <a:noFill/>
                          </a:ln>
                          <a:solidFill>
                            <a:schemeClr val="tx1"/>
                          </a:solidFill>
                          <a:effectLst/>
                          <a:uFillTx/>
                          <a:latin typeface="ABC Monument Grotesk Thin"/>
                          <a:ea typeface="+mn-ea"/>
                          <a:cs typeface="+mn-cs"/>
                        </a:rPr>
                        <a:t>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pharetra</a:t>
                      </a:r>
                      <a:r>
                        <a:rPr kumimoji="0" lang="es-ES" sz="1100" b="0" i="1" u="none" strike="noStrike" kern="1200" cap="none" spc="0" normalizeH="0" baseline="0" dirty="0">
                          <a:ln>
                            <a:noFill/>
                          </a:ln>
                          <a:solidFill>
                            <a:schemeClr val="tx1"/>
                          </a:solidFill>
                          <a:effectLst/>
                          <a:uFillTx/>
                          <a:latin typeface="ABC Monument Grotesk Thin"/>
                          <a:ea typeface="+mn-ea"/>
                          <a:cs typeface="+mn-cs"/>
                        </a:rPr>
                        <a:t>.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Phasellus</a:t>
                      </a:r>
                      <a:r>
                        <a:rPr kumimoji="0" lang="es-ES" sz="1100" b="0" i="1" u="none" strike="noStrike" kern="1200" cap="none" spc="0" normalizeH="0" baseline="0" dirty="0">
                          <a:ln>
                            <a:noFill/>
                          </a:ln>
                          <a:solidFill>
                            <a:schemeClr val="tx1"/>
                          </a:solidFill>
                          <a:effectLst/>
                          <a:uFillTx/>
                          <a:latin typeface="ABC Monument Grotesk Thin"/>
                          <a:ea typeface="+mn-ea"/>
                          <a:cs typeface="+mn-cs"/>
                        </a:rPr>
                        <a:t>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consectetur</a:t>
                      </a:r>
                      <a:r>
                        <a:rPr kumimoji="0" lang="es-ES" sz="1100" b="0" i="1" u="none" strike="noStrike" kern="1200" cap="none" spc="0" normalizeH="0" baseline="0" dirty="0">
                          <a:ln>
                            <a:noFill/>
                          </a:ln>
                          <a:solidFill>
                            <a:schemeClr val="tx1"/>
                          </a:solidFill>
                          <a:effectLst/>
                          <a:uFillTx/>
                          <a:latin typeface="ABC Monument Grotesk Thin"/>
                          <a:ea typeface="+mn-ea"/>
                          <a:cs typeface="+mn-cs"/>
                        </a:rPr>
                        <a:t> id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purus</a:t>
                      </a:r>
                      <a:r>
                        <a:rPr kumimoji="0" lang="es-ES" sz="1100" b="0" i="1" u="none" strike="noStrike" kern="1200" cap="none" spc="0" normalizeH="0" baseline="0" dirty="0">
                          <a:ln>
                            <a:noFill/>
                          </a:ln>
                          <a:solidFill>
                            <a:schemeClr val="tx1"/>
                          </a:solidFill>
                          <a:effectLst/>
                          <a:uFillTx/>
                          <a:latin typeface="ABC Monument Grotesk Thin"/>
                          <a:ea typeface="+mn-ea"/>
                          <a:cs typeface="+mn-cs"/>
                        </a:rPr>
                        <a:t> in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bibendum</a:t>
                      </a:r>
                      <a:r>
                        <a:rPr kumimoji="0" lang="es-ES" sz="1100" b="0" i="1" u="none" strike="noStrike" kern="1200" cap="none" spc="0" normalizeH="0" baseline="0" dirty="0">
                          <a:ln>
                            <a:noFill/>
                          </a:ln>
                          <a:solidFill>
                            <a:schemeClr val="tx1"/>
                          </a:solidFill>
                          <a:effectLst/>
                          <a:uFillTx/>
                          <a:latin typeface="ABC Monument Grotesk Thin"/>
                          <a:ea typeface="+mn-ea"/>
                          <a:cs typeface="+mn-cs"/>
                        </a:rPr>
                        <a:t>. Quisque ornare, nunc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vel</a:t>
                      </a:r>
                      <a:r>
                        <a:rPr kumimoji="0" lang="es-ES" sz="1100" b="0" i="1" u="none" strike="noStrike" kern="1200" cap="none" spc="0" normalizeH="0" baseline="0" dirty="0">
                          <a:ln>
                            <a:noFill/>
                          </a:ln>
                          <a:solidFill>
                            <a:schemeClr val="tx1"/>
                          </a:solidFill>
                          <a:effectLst/>
                          <a:uFillTx/>
                          <a:latin typeface="ABC Monument Grotesk Thin"/>
                          <a:ea typeface="+mn-ea"/>
                          <a:cs typeface="+mn-cs"/>
                        </a:rPr>
                        <a:t>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faucibus</a:t>
                      </a:r>
                      <a:r>
                        <a:rPr kumimoji="0" lang="es-ES" sz="1100" b="0" i="1" u="none" strike="noStrike" kern="1200" cap="none" spc="0" normalizeH="0" baseline="0" dirty="0">
                          <a:ln>
                            <a:noFill/>
                          </a:ln>
                          <a:solidFill>
                            <a:schemeClr val="tx1"/>
                          </a:solidFill>
                          <a:effectLst/>
                          <a:uFillTx/>
                          <a:latin typeface="ABC Monument Grotesk Thin"/>
                          <a:ea typeface="+mn-ea"/>
                          <a:cs typeface="+mn-cs"/>
                        </a:rPr>
                        <a:t>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fringilla</a:t>
                      </a:r>
                      <a:r>
                        <a:rPr kumimoji="0" lang="es-ES" sz="1100" b="0" i="1" u="none" strike="noStrike" kern="1200" cap="none" spc="0" normalizeH="0" baseline="0" dirty="0">
                          <a:ln>
                            <a:noFill/>
                          </a:ln>
                          <a:solidFill>
                            <a:schemeClr val="tx1"/>
                          </a:solidFill>
                          <a:effectLst/>
                          <a:uFillTx/>
                          <a:latin typeface="ABC Monument Grotesk Thin"/>
                          <a:ea typeface="+mn-ea"/>
                          <a:cs typeface="+mn-cs"/>
                        </a:rPr>
                        <a:t>, ex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sem</a:t>
                      </a:r>
                      <a:r>
                        <a:rPr kumimoji="0" lang="es-ES" sz="1100" b="0" i="1" u="none" strike="noStrike" kern="1200" cap="none" spc="0" normalizeH="0" baseline="0" dirty="0">
                          <a:ln>
                            <a:noFill/>
                          </a:ln>
                          <a:solidFill>
                            <a:schemeClr val="tx1"/>
                          </a:solidFill>
                          <a:effectLst/>
                          <a:uFillTx/>
                          <a:latin typeface="ABC Monument Grotesk Thin"/>
                          <a:ea typeface="+mn-ea"/>
                          <a:cs typeface="+mn-cs"/>
                        </a:rPr>
                        <a:t>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convallis</a:t>
                      </a:r>
                      <a:r>
                        <a:rPr kumimoji="0" lang="es-ES" sz="1100" b="0" i="1" u="none" strike="noStrike" kern="1200" cap="none" spc="0" normalizeH="0" baseline="0" dirty="0">
                          <a:ln>
                            <a:noFill/>
                          </a:ln>
                          <a:solidFill>
                            <a:schemeClr val="tx1"/>
                          </a:solidFill>
                          <a:effectLst/>
                          <a:uFillTx/>
                          <a:latin typeface="ABC Monument Grotesk Thin"/>
                          <a:ea typeface="+mn-ea"/>
                          <a:cs typeface="+mn-cs"/>
                        </a:rPr>
                        <a:t>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lectus</a:t>
                      </a:r>
                      <a:r>
                        <a:rPr kumimoji="0" lang="es-ES" sz="1100" b="0" i="1" u="none" strike="noStrike" kern="1200" cap="none" spc="0" normalizeH="0" baseline="0" dirty="0">
                          <a:ln>
                            <a:noFill/>
                          </a:ln>
                          <a:solidFill>
                            <a:schemeClr val="tx1"/>
                          </a:solidFill>
                          <a:effectLst/>
                          <a:uFillTx/>
                          <a:latin typeface="ABC Monument Grotesk Thin"/>
                          <a:ea typeface="+mn-ea"/>
                          <a:cs typeface="+mn-cs"/>
                        </a:rPr>
                        <a:t>,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eu</a:t>
                      </a:r>
                      <a:r>
                        <a:rPr kumimoji="0" lang="es-ES" sz="1100" b="0" i="1" u="none" strike="noStrike" kern="1200" cap="none" spc="0" normalizeH="0" baseline="0" dirty="0">
                          <a:ln>
                            <a:noFill/>
                          </a:ln>
                          <a:solidFill>
                            <a:schemeClr val="tx1"/>
                          </a:solidFill>
                          <a:effectLst/>
                          <a:uFillTx/>
                          <a:latin typeface="ABC Monument Grotesk Thin"/>
                          <a:ea typeface="+mn-ea"/>
                          <a:cs typeface="+mn-cs"/>
                        </a:rPr>
                        <a:t>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maximus</a:t>
                      </a:r>
                      <a:r>
                        <a:rPr kumimoji="0" lang="es-ES" sz="1100" b="0" i="1" u="none" strike="noStrike" kern="1200" cap="none" spc="0" normalizeH="0" baseline="0" dirty="0">
                          <a:ln>
                            <a:noFill/>
                          </a:ln>
                          <a:solidFill>
                            <a:schemeClr val="tx1"/>
                          </a:solidFill>
                          <a:effectLst/>
                          <a:uFillTx/>
                          <a:latin typeface="ABC Monument Grotesk Thin"/>
                          <a:ea typeface="+mn-ea"/>
                          <a:cs typeface="+mn-cs"/>
                        </a:rPr>
                        <a:t>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dui</a:t>
                      </a:r>
                      <a:r>
                        <a:rPr kumimoji="0" lang="es-ES" sz="1100" b="0" i="1" u="none" strike="noStrike" kern="1200" cap="none" spc="0" normalizeH="0" baseline="0" dirty="0">
                          <a:ln>
                            <a:noFill/>
                          </a:ln>
                          <a:solidFill>
                            <a:schemeClr val="tx1"/>
                          </a:solidFill>
                          <a:effectLst/>
                          <a:uFillTx/>
                          <a:latin typeface="ABC Monument Grotesk Thin"/>
                          <a:ea typeface="+mn-ea"/>
                          <a:cs typeface="+mn-cs"/>
                        </a:rPr>
                        <a:t> justo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eu</a:t>
                      </a:r>
                      <a:r>
                        <a:rPr kumimoji="0" lang="es-ES" sz="1100" b="0" i="1" u="none" strike="noStrike" kern="1200" cap="none" spc="0" normalizeH="0" baseline="0" dirty="0">
                          <a:ln>
                            <a:noFill/>
                          </a:ln>
                          <a:solidFill>
                            <a:schemeClr val="tx1"/>
                          </a:solidFill>
                          <a:effectLst/>
                          <a:uFillTx/>
                          <a:latin typeface="ABC Monument Grotesk Thin"/>
                          <a:ea typeface="+mn-ea"/>
                          <a:cs typeface="+mn-cs"/>
                        </a:rPr>
                        <a:t>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lorem</a:t>
                      </a:r>
                      <a:r>
                        <a:rPr kumimoji="0" lang="es-ES" sz="1100" b="0" i="1" u="none" strike="noStrike" kern="1200" cap="none" spc="0" normalizeH="0" baseline="0" dirty="0">
                          <a:ln>
                            <a:noFill/>
                          </a:ln>
                          <a:solidFill>
                            <a:schemeClr val="tx1"/>
                          </a:solidFill>
                          <a:effectLst/>
                          <a:uFillTx/>
                          <a:latin typeface="ABC Monument Grotesk Thin"/>
                          <a:ea typeface="+mn-ea"/>
                          <a:cs typeface="+mn-cs"/>
                        </a:rPr>
                        <a:t>..</a:t>
                      </a:r>
                    </a:p>
                    <a:p>
                      <a:pPr marL="360363" marR="0" lvl="0" indent="0" algn="just" defTabSz="1007486" rtl="0" eaLnBrk="1" fontAlgn="auto" latinLnBrk="0" hangingPunct="1">
                        <a:lnSpc>
                          <a:spcPct val="100000"/>
                        </a:lnSpc>
                        <a:spcBef>
                          <a:spcPts val="0"/>
                        </a:spcBef>
                        <a:spcAft>
                          <a:spcPts val="600"/>
                        </a:spcAft>
                        <a:buClrTx/>
                        <a:buSzTx/>
                        <a:buFontTx/>
                        <a:buNone/>
                        <a:tabLst>
                          <a:tab pos="355600" algn="l"/>
                        </a:tabLst>
                        <a:defRPr/>
                      </a:pPr>
                      <a:r>
                        <a:rPr kumimoji="0" lang="es-ES" sz="1100" b="0" i="1" u="none" strike="noStrike" kern="1200" cap="none" spc="0" normalizeH="0" baseline="0" dirty="0">
                          <a:ln>
                            <a:noFill/>
                          </a:ln>
                          <a:solidFill>
                            <a:schemeClr val="tx1"/>
                          </a:solidFill>
                          <a:effectLst/>
                          <a:uFillTx/>
                          <a:latin typeface="ABC Monument Grotesk Thin"/>
                          <a:ea typeface="+mn-ea"/>
                          <a:cs typeface="+mn-cs"/>
                        </a:rPr>
                        <a:t>/ Lorem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ipsum</a:t>
                      </a:r>
                      <a:r>
                        <a:rPr kumimoji="0" lang="es-ES" sz="1100" b="0" i="1" u="none" strike="noStrike" kern="1200" cap="none" spc="0" normalizeH="0" baseline="0" dirty="0">
                          <a:ln>
                            <a:noFill/>
                          </a:ln>
                          <a:solidFill>
                            <a:schemeClr val="tx1"/>
                          </a:solidFill>
                          <a:effectLst/>
                          <a:uFillTx/>
                          <a:latin typeface="ABC Monument Grotesk Thin"/>
                          <a:ea typeface="+mn-ea"/>
                          <a:cs typeface="+mn-cs"/>
                        </a:rPr>
                        <a:t> dolor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sit</a:t>
                      </a:r>
                      <a:r>
                        <a:rPr kumimoji="0" lang="es-ES" sz="1100" b="0" i="1" u="none" strike="noStrike" kern="1200" cap="none" spc="0" normalizeH="0" baseline="0" dirty="0">
                          <a:ln>
                            <a:noFill/>
                          </a:ln>
                          <a:solidFill>
                            <a:schemeClr val="tx1"/>
                          </a:solidFill>
                          <a:effectLst/>
                          <a:uFillTx/>
                          <a:latin typeface="ABC Monument Grotesk Thin"/>
                          <a:ea typeface="+mn-ea"/>
                          <a:cs typeface="+mn-cs"/>
                        </a:rPr>
                        <a:t>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amet</a:t>
                      </a:r>
                      <a:r>
                        <a:rPr kumimoji="0" lang="es-ES" sz="1100" b="0" i="1" u="none" strike="noStrike" kern="1200" cap="none" spc="0" normalizeH="0" baseline="0" dirty="0">
                          <a:ln>
                            <a:noFill/>
                          </a:ln>
                          <a:solidFill>
                            <a:schemeClr val="tx1"/>
                          </a:solidFill>
                          <a:effectLst/>
                          <a:uFillTx/>
                          <a:latin typeface="ABC Monument Grotesk Thin"/>
                          <a:ea typeface="+mn-ea"/>
                          <a:cs typeface="+mn-cs"/>
                        </a:rPr>
                        <a:t>,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consectetur</a:t>
                      </a:r>
                      <a:r>
                        <a:rPr kumimoji="0" lang="es-ES" sz="1100" b="0" i="1" u="none" strike="noStrike" kern="1200" cap="none" spc="0" normalizeH="0" baseline="0" dirty="0">
                          <a:ln>
                            <a:noFill/>
                          </a:ln>
                          <a:solidFill>
                            <a:schemeClr val="tx1"/>
                          </a:solidFill>
                          <a:effectLst/>
                          <a:uFillTx/>
                          <a:latin typeface="ABC Monument Grotesk Thin"/>
                          <a:ea typeface="+mn-ea"/>
                          <a:cs typeface="+mn-cs"/>
                        </a:rPr>
                        <a:t>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adipiscing</a:t>
                      </a:r>
                      <a:r>
                        <a:rPr kumimoji="0" lang="es-ES" sz="1100" b="0" i="1" u="none" strike="noStrike" kern="1200" cap="none" spc="0" normalizeH="0" baseline="0" dirty="0">
                          <a:ln>
                            <a:noFill/>
                          </a:ln>
                          <a:solidFill>
                            <a:schemeClr val="tx1"/>
                          </a:solidFill>
                          <a:effectLst/>
                          <a:uFillTx/>
                          <a:latin typeface="ABC Monument Grotesk Thin"/>
                          <a:ea typeface="+mn-ea"/>
                          <a:cs typeface="+mn-cs"/>
                        </a:rPr>
                        <a:t>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elit</a:t>
                      </a:r>
                      <a:r>
                        <a:rPr kumimoji="0" lang="es-ES" sz="1100" b="0" i="1" u="none" strike="noStrike" kern="1200" cap="none" spc="0" normalizeH="0" baseline="0" dirty="0">
                          <a:ln>
                            <a:noFill/>
                          </a:ln>
                          <a:solidFill>
                            <a:schemeClr val="tx1"/>
                          </a:solidFill>
                          <a:effectLst/>
                          <a:uFillTx/>
                          <a:latin typeface="ABC Monument Grotesk Thin"/>
                          <a:ea typeface="+mn-ea"/>
                          <a:cs typeface="+mn-cs"/>
                        </a:rPr>
                        <a:t>.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Praesent</a:t>
                      </a:r>
                      <a:r>
                        <a:rPr kumimoji="0" lang="es-ES" sz="1100" b="0" i="1" u="none" strike="noStrike" kern="1200" cap="none" spc="0" normalizeH="0" baseline="0" dirty="0">
                          <a:ln>
                            <a:noFill/>
                          </a:ln>
                          <a:solidFill>
                            <a:schemeClr val="tx1"/>
                          </a:solidFill>
                          <a:effectLst/>
                          <a:uFillTx/>
                          <a:latin typeface="ABC Monument Grotesk Thin"/>
                          <a:ea typeface="+mn-ea"/>
                          <a:cs typeface="+mn-cs"/>
                        </a:rPr>
                        <a:t> id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enim</a:t>
                      </a:r>
                      <a:r>
                        <a:rPr kumimoji="0" lang="es-ES" sz="1100" b="0" i="1" u="none" strike="noStrike" kern="1200" cap="none" spc="0" normalizeH="0" baseline="0" dirty="0">
                          <a:ln>
                            <a:noFill/>
                          </a:ln>
                          <a:solidFill>
                            <a:schemeClr val="tx1"/>
                          </a:solidFill>
                          <a:effectLst/>
                          <a:uFillTx/>
                          <a:latin typeface="ABC Monument Grotesk Thin"/>
                          <a:ea typeface="+mn-ea"/>
                          <a:cs typeface="+mn-cs"/>
                        </a:rPr>
                        <a:t> sed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lacus</a:t>
                      </a:r>
                      <a:r>
                        <a:rPr kumimoji="0" lang="es-ES" sz="1100" b="0" i="1" u="none" strike="noStrike" kern="1200" cap="none" spc="0" normalizeH="0" baseline="0" dirty="0">
                          <a:ln>
                            <a:noFill/>
                          </a:ln>
                          <a:solidFill>
                            <a:schemeClr val="tx1"/>
                          </a:solidFill>
                          <a:effectLst/>
                          <a:uFillTx/>
                          <a:latin typeface="ABC Monument Grotesk Thin"/>
                          <a:ea typeface="+mn-ea"/>
                          <a:cs typeface="+mn-cs"/>
                        </a:rPr>
                        <a:t> vehicula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cursus</a:t>
                      </a:r>
                      <a:r>
                        <a:rPr kumimoji="0" lang="es-ES" sz="1100" b="0" i="1" u="none" strike="noStrike" kern="1200" cap="none" spc="0" normalizeH="0" baseline="0" dirty="0">
                          <a:ln>
                            <a:noFill/>
                          </a:ln>
                          <a:solidFill>
                            <a:schemeClr val="tx1"/>
                          </a:solidFill>
                          <a:effectLst/>
                          <a:uFillTx/>
                          <a:latin typeface="ABC Monument Grotesk Thin"/>
                          <a:ea typeface="+mn-ea"/>
                          <a:cs typeface="+mn-cs"/>
                        </a:rPr>
                        <a:t> id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eget</a:t>
                      </a:r>
                      <a:r>
                        <a:rPr kumimoji="0" lang="es-ES" sz="1100" b="0" i="1" u="none" strike="noStrike" kern="1200" cap="none" spc="0" normalizeH="0" baseline="0" dirty="0">
                          <a:ln>
                            <a:noFill/>
                          </a:ln>
                          <a:solidFill>
                            <a:schemeClr val="tx1"/>
                          </a:solidFill>
                          <a:effectLst/>
                          <a:uFillTx/>
                          <a:latin typeface="ABC Monument Grotesk Thin"/>
                          <a:ea typeface="+mn-ea"/>
                          <a:cs typeface="+mn-cs"/>
                        </a:rPr>
                        <a:t> neque.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Fusce</a:t>
                      </a:r>
                      <a:r>
                        <a:rPr kumimoji="0" lang="es-ES" sz="1100" b="0" i="1" u="none" strike="noStrike" kern="1200" cap="none" spc="0" normalizeH="0" baseline="0" dirty="0">
                          <a:ln>
                            <a:noFill/>
                          </a:ln>
                          <a:solidFill>
                            <a:schemeClr val="tx1"/>
                          </a:solidFill>
                          <a:effectLst/>
                          <a:uFillTx/>
                          <a:latin typeface="ABC Monument Grotesk Thin"/>
                          <a:ea typeface="+mn-ea"/>
                          <a:cs typeface="+mn-cs"/>
                        </a:rPr>
                        <a:t>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blandit</a:t>
                      </a:r>
                      <a:r>
                        <a:rPr kumimoji="0" lang="es-ES" sz="1100" b="0" i="1" u="none" strike="noStrike" kern="1200" cap="none" spc="0" normalizeH="0" baseline="0" dirty="0">
                          <a:ln>
                            <a:noFill/>
                          </a:ln>
                          <a:solidFill>
                            <a:schemeClr val="tx1"/>
                          </a:solidFill>
                          <a:effectLst/>
                          <a:uFillTx/>
                          <a:latin typeface="ABC Monument Grotesk Thin"/>
                          <a:ea typeface="+mn-ea"/>
                          <a:cs typeface="+mn-cs"/>
                        </a:rPr>
                        <a:t>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eleifend</a:t>
                      </a:r>
                      <a:r>
                        <a:rPr kumimoji="0" lang="es-ES" sz="1100" b="0" i="1" u="none" strike="noStrike" kern="1200" cap="none" spc="0" normalizeH="0" baseline="0" dirty="0">
                          <a:ln>
                            <a:noFill/>
                          </a:ln>
                          <a:solidFill>
                            <a:schemeClr val="tx1"/>
                          </a:solidFill>
                          <a:effectLst/>
                          <a:uFillTx/>
                          <a:latin typeface="ABC Monument Grotesk Thin"/>
                          <a:ea typeface="+mn-ea"/>
                          <a:cs typeface="+mn-cs"/>
                        </a:rPr>
                        <a:t>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pharetra</a:t>
                      </a:r>
                      <a:r>
                        <a:rPr kumimoji="0" lang="es-ES" sz="1100" b="0" i="1" u="none" strike="noStrike" kern="1200" cap="none" spc="0" normalizeH="0" baseline="0" dirty="0">
                          <a:ln>
                            <a:noFill/>
                          </a:ln>
                          <a:solidFill>
                            <a:schemeClr val="tx1"/>
                          </a:solidFill>
                          <a:effectLst/>
                          <a:uFillTx/>
                          <a:latin typeface="ABC Monument Grotesk Thin"/>
                          <a:ea typeface="+mn-ea"/>
                          <a:cs typeface="+mn-cs"/>
                        </a:rPr>
                        <a:t>.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Phasellus</a:t>
                      </a:r>
                      <a:r>
                        <a:rPr kumimoji="0" lang="es-ES" sz="1100" b="0" i="1" u="none" strike="noStrike" kern="1200" cap="none" spc="0" normalizeH="0" baseline="0" dirty="0">
                          <a:ln>
                            <a:noFill/>
                          </a:ln>
                          <a:solidFill>
                            <a:schemeClr val="tx1"/>
                          </a:solidFill>
                          <a:effectLst/>
                          <a:uFillTx/>
                          <a:latin typeface="ABC Monument Grotesk Thin"/>
                          <a:ea typeface="+mn-ea"/>
                          <a:cs typeface="+mn-cs"/>
                        </a:rPr>
                        <a:t>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consectetur</a:t>
                      </a:r>
                      <a:r>
                        <a:rPr kumimoji="0" lang="es-ES" sz="1100" b="0" i="1" u="none" strike="noStrike" kern="1200" cap="none" spc="0" normalizeH="0" baseline="0" dirty="0">
                          <a:ln>
                            <a:noFill/>
                          </a:ln>
                          <a:solidFill>
                            <a:schemeClr val="tx1"/>
                          </a:solidFill>
                          <a:effectLst/>
                          <a:uFillTx/>
                          <a:latin typeface="ABC Monument Grotesk Thin"/>
                          <a:ea typeface="+mn-ea"/>
                          <a:cs typeface="+mn-cs"/>
                        </a:rPr>
                        <a:t> id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purus</a:t>
                      </a:r>
                      <a:r>
                        <a:rPr kumimoji="0" lang="es-ES" sz="1100" b="0" i="1" u="none" strike="noStrike" kern="1200" cap="none" spc="0" normalizeH="0" baseline="0" dirty="0">
                          <a:ln>
                            <a:noFill/>
                          </a:ln>
                          <a:solidFill>
                            <a:schemeClr val="tx1"/>
                          </a:solidFill>
                          <a:effectLst/>
                          <a:uFillTx/>
                          <a:latin typeface="ABC Monument Grotesk Thin"/>
                          <a:ea typeface="+mn-ea"/>
                          <a:cs typeface="+mn-cs"/>
                        </a:rPr>
                        <a:t> in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bibendum</a:t>
                      </a:r>
                      <a:r>
                        <a:rPr kumimoji="0" lang="es-ES" sz="1100" b="0" i="1" u="none" strike="noStrike" kern="1200" cap="none" spc="0" normalizeH="0" baseline="0" dirty="0">
                          <a:ln>
                            <a:noFill/>
                          </a:ln>
                          <a:solidFill>
                            <a:schemeClr val="tx1"/>
                          </a:solidFill>
                          <a:effectLst/>
                          <a:uFillTx/>
                          <a:latin typeface="ABC Monument Grotesk Thin"/>
                          <a:ea typeface="+mn-ea"/>
                          <a:cs typeface="+mn-cs"/>
                        </a:rPr>
                        <a:t>. Quisque ornare, nunc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vel</a:t>
                      </a:r>
                      <a:r>
                        <a:rPr kumimoji="0" lang="es-ES" sz="1100" b="0" i="1" u="none" strike="noStrike" kern="1200" cap="none" spc="0" normalizeH="0" baseline="0" dirty="0">
                          <a:ln>
                            <a:noFill/>
                          </a:ln>
                          <a:solidFill>
                            <a:schemeClr val="tx1"/>
                          </a:solidFill>
                          <a:effectLst/>
                          <a:uFillTx/>
                          <a:latin typeface="ABC Monument Grotesk Thin"/>
                          <a:ea typeface="+mn-ea"/>
                          <a:cs typeface="+mn-cs"/>
                        </a:rPr>
                        <a:t>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faucibus</a:t>
                      </a:r>
                      <a:r>
                        <a:rPr kumimoji="0" lang="es-ES" sz="1100" b="0" i="1" u="none" strike="noStrike" kern="1200" cap="none" spc="0" normalizeH="0" baseline="0" dirty="0">
                          <a:ln>
                            <a:noFill/>
                          </a:ln>
                          <a:solidFill>
                            <a:schemeClr val="tx1"/>
                          </a:solidFill>
                          <a:effectLst/>
                          <a:uFillTx/>
                          <a:latin typeface="ABC Monument Grotesk Thin"/>
                          <a:ea typeface="+mn-ea"/>
                          <a:cs typeface="+mn-cs"/>
                        </a:rPr>
                        <a:t>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fringilla</a:t>
                      </a:r>
                      <a:r>
                        <a:rPr kumimoji="0" lang="es-ES" sz="1100" b="0" i="1" u="none" strike="noStrike" kern="1200" cap="none" spc="0" normalizeH="0" baseline="0" dirty="0">
                          <a:ln>
                            <a:noFill/>
                          </a:ln>
                          <a:solidFill>
                            <a:schemeClr val="tx1"/>
                          </a:solidFill>
                          <a:effectLst/>
                          <a:uFillTx/>
                          <a:latin typeface="ABC Monument Grotesk Thin"/>
                          <a:ea typeface="+mn-ea"/>
                          <a:cs typeface="+mn-cs"/>
                        </a:rPr>
                        <a:t>, ex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sem</a:t>
                      </a:r>
                      <a:r>
                        <a:rPr kumimoji="0" lang="es-ES" sz="1100" b="0" i="1" u="none" strike="noStrike" kern="1200" cap="none" spc="0" normalizeH="0" baseline="0" dirty="0">
                          <a:ln>
                            <a:noFill/>
                          </a:ln>
                          <a:solidFill>
                            <a:schemeClr val="tx1"/>
                          </a:solidFill>
                          <a:effectLst/>
                          <a:uFillTx/>
                          <a:latin typeface="ABC Monument Grotesk Thin"/>
                          <a:ea typeface="+mn-ea"/>
                          <a:cs typeface="+mn-cs"/>
                        </a:rPr>
                        <a:t>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convallis</a:t>
                      </a:r>
                      <a:r>
                        <a:rPr kumimoji="0" lang="es-ES" sz="1100" b="0" i="1" u="none" strike="noStrike" kern="1200" cap="none" spc="0" normalizeH="0" baseline="0" dirty="0">
                          <a:ln>
                            <a:noFill/>
                          </a:ln>
                          <a:solidFill>
                            <a:schemeClr val="tx1"/>
                          </a:solidFill>
                          <a:effectLst/>
                          <a:uFillTx/>
                          <a:latin typeface="ABC Monument Grotesk Thin"/>
                          <a:ea typeface="+mn-ea"/>
                          <a:cs typeface="+mn-cs"/>
                        </a:rPr>
                        <a:t>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lectus</a:t>
                      </a:r>
                      <a:r>
                        <a:rPr kumimoji="0" lang="es-ES" sz="1100" b="0" i="1" u="none" strike="noStrike" kern="1200" cap="none" spc="0" normalizeH="0" baseline="0" dirty="0">
                          <a:ln>
                            <a:noFill/>
                          </a:ln>
                          <a:solidFill>
                            <a:schemeClr val="tx1"/>
                          </a:solidFill>
                          <a:effectLst/>
                          <a:uFillTx/>
                          <a:latin typeface="ABC Monument Grotesk Thin"/>
                          <a:ea typeface="+mn-ea"/>
                          <a:cs typeface="+mn-cs"/>
                        </a:rPr>
                        <a:t>,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eu</a:t>
                      </a:r>
                      <a:r>
                        <a:rPr kumimoji="0" lang="es-ES" sz="1100" b="0" i="1" u="none" strike="noStrike" kern="1200" cap="none" spc="0" normalizeH="0" baseline="0" dirty="0">
                          <a:ln>
                            <a:noFill/>
                          </a:ln>
                          <a:solidFill>
                            <a:schemeClr val="tx1"/>
                          </a:solidFill>
                          <a:effectLst/>
                          <a:uFillTx/>
                          <a:latin typeface="ABC Monument Grotesk Thin"/>
                          <a:ea typeface="+mn-ea"/>
                          <a:cs typeface="+mn-cs"/>
                        </a:rPr>
                        <a:t>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maximus</a:t>
                      </a:r>
                      <a:r>
                        <a:rPr kumimoji="0" lang="es-ES" sz="1100" b="0" i="1" u="none" strike="noStrike" kern="1200" cap="none" spc="0" normalizeH="0" baseline="0" dirty="0">
                          <a:ln>
                            <a:noFill/>
                          </a:ln>
                          <a:solidFill>
                            <a:schemeClr val="tx1"/>
                          </a:solidFill>
                          <a:effectLst/>
                          <a:uFillTx/>
                          <a:latin typeface="ABC Monument Grotesk Thin"/>
                          <a:ea typeface="+mn-ea"/>
                          <a:cs typeface="+mn-cs"/>
                        </a:rPr>
                        <a:t>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dui</a:t>
                      </a:r>
                      <a:r>
                        <a:rPr kumimoji="0" lang="es-ES" sz="1100" b="0" i="1" u="none" strike="noStrike" kern="1200" cap="none" spc="0" normalizeH="0" baseline="0" dirty="0">
                          <a:ln>
                            <a:noFill/>
                          </a:ln>
                          <a:solidFill>
                            <a:schemeClr val="tx1"/>
                          </a:solidFill>
                          <a:effectLst/>
                          <a:uFillTx/>
                          <a:latin typeface="ABC Monument Grotesk Thin"/>
                          <a:ea typeface="+mn-ea"/>
                          <a:cs typeface="+mn-cs"/>
                        </a:rPr>
                        <a:t> justo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eu</a:t>
                      </a:r>
                      <a:r>
                        <a:rPr kumimoji="0" lang="es-ES" sz="1100" b="0" i="1" u="none" strike="noStrike" kern="1200" cap="none" spc="0" normalizeH="0" baseline="0" dirty="0">
                          <a:ln>
                            <a:noFill/>
                          </a:ln>
                          <a:solidFill>
                            <a:schemeClr val="tx1"/>
                          </a:solidFill>
                          <a:effectLst/>
                          <a:uFillTx/>
                          <a:latin typeface="ABC Monument Grotesk Thin"/>
                          <a:ea typeface="+mn-ea"/>
                          <a:cs typeface="+mn-cs"/>
                        </a:rPr>
                        <a:t>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lorem</a:t>
                      </a:r>
                      <a:r>
                        <a:rPr kumimoji="0" lang="es-ES" sz="1100" b="0" i="1" u="none" strike="noStrike" kern="1200" cap="none" spc="0" normalizeH="0" baseline="0" dirty="0">
                          <a:ln>
                            <a:noFill/>
                          </a:ln>
                          <a:solidFill>
                            <a:schemeClr val="tx1"/>
                          </a:solidFill>
                          <a:effectLst/>
                          <a:uFillTx/>
                          <a:latin typeface="ABC Monument Grotesk Thin"/>
                          <a:ea typeface="+mn-ea"/>
                          <a:cs typeface="+mn-cs"/>
                        </a:rPr>
                        <a:t>.</a:t>
                      </a:r>
                    </a:p>
                    <a:p>
                      <a:pPr marL="447675" marR="0" lvl="0" indent="0" algn="just" defTabSz="1007486" rtl="0" eaLnBrk="1" fontAlgn="auto" latinLnBrk="0" hangingPunct="1">
                        <a:lnSpc>
                          <a:spcPct val="100000"/>
                        </a:lnSpc>
                        <a:spcBef>
                          <a:spcPts val="0"/>
                        </a:spcBef>
                        <a:spcAft>
                          <a:spcPts val="600"/>
                        </a:spcAft>
                        <a:buClrTx/>
                        <a:buSzTx/>
                        <a:buFontTx/>
                        <a:buNone/>
                        <a:tabLst/>
                        <a:defRPr/>
                      </a:pPr>
                      <a:endParaRPr kumimoji="0" lang="es-ES" sz="1100" b="0" i="1" u="none" strike="noStrike" kern="0" cap="none" spc="0" normalizeH="0" baseline="0" noProof="0" dirty="0">
                        <a:ln>
                          <a:noFill/>
                        </a:ln>
                        <a:solidFill>
                          <a:schemeClr val="tx1"/>
                        </a:solidFill>
                        <a:effectLst/>
                        <a:uFillTx/>
                        <a:latin typeface="ABC Monument Grotesk Thin"/>
                        <a:ea typeface="+mn-ea"/>
                        <a:cs typeface="+mn-cs"/>
                      </a:endParaRPr>
                    </a:p>
                    <a:p>
                      <a:pPr marL="447675" marR="0" lvl="0" indent="0" algn="just" defTabSz="1007486" rtl="0" eaLnBrk="1" fontAlgn="auto" latinLnBrk="0" hangingPunct="1">
                        <a:lnSpc>
                          <a:spcPct val="100000"/>
                        </a:lnSpc>
                        <a:spcBef>
                          <a:spcPts val="0"/>
                        </a:spcBef>
                        <a:spcAft>
                          <a:spcPts val="600"/>
                        </a:spcAft>
                        <a:buClrTx/>
                        <a:buSzTx/>
                        <a:buFontTx/>
                        <a:buNone/>
                        <a:tabLst/>
                        <a:defRPr/>
                      </a:pPr>
                      <a:endParaRPr kumimoji="0" lang="es-ES" sz="1100" b="0" i="1" u="none" strike="noStrike" kern="0" cap="none" spc="0" normalizeH="0" baseline="0" noProof="0" dirty="0">
                        <a:ln>
                          <a:noFill/>
                        </a:ln>
                        <a:solidFill>
                          <a:schemeClr val="tx1"/>
                        </a:solidFill>
                        <a:effectLst/>
                        <a:uFillTx/>
                        <a:latin typeface="ABC Monument Grotesk Thin"/>
                        <a:ea typeface="+mn-ea"/>
                        <a:cs typeface="+mn-cs"/>
                      </a:endParaRPr>
                    </a:p>
                    <a:p>
                      <a:pPr marL="266700" marR="0" lvl="0" indent="0" algn="just" defTabSz="1007486" rtl="0" eaLnBrk="1" fontAlgn="auto" latinLnBrk="0" hangingPunct="1">
                        <a:lnSpc>
                          <a:spcPct val="100000"/>
                        </a:lnSpc>
                        <a:spcBef>
                          <a:spcPts val="0"/>
                        </a:spcBef>
                        <a:spcAft>
                          <a:spcPts val="600"/>
                        </a:spcAft>
                        <a:buClrTx/>
                        <a:buSzTx/>
                        <a:buFontTx/>
                        <a:buNone/>
                        <a:tabLst/>
                        <a:defRPr/>
                      </a:pPr>
                      <a:r>
                        <a:rPr kumimoji="0" lang="es-ES" sz="1100" b="0" i="1" u="none" strike="noStrike" kern="1200" cap="none" spc="0" normalizeH="0" baseline="0" dirty="0">
                          <a:ln>
                            <a:noFill/>
                          </a:ln>
                          <a:solidFill>
                            <a:schemeClr val="tx1"/>
                          </a:solidFill>
                          <a:effectLst/>
                          <a:uFillTx/>
                          <a:latin typeface="ABC Monument Grotesk Thin"/>
                          <a:ea typeface="+mn-ea"/>
                          <a:cs typeface="+mn-cs"/>
                        </a:rPr>
                        <a:t>Lorem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ipsum</a:t>
                      </a:r>
                      <a:r>
                        <a:rPr kumimoji="0" lang="es-ES" sz="1100" b="0" i="1" u="none" strike="noStrike" kern="1200" cap="none" spc="0" normalizeH="0" baseline="0" dirty="0">
                          <a:ln>
                            <a:noFill/>
                          </a:ln>
                          <a:solidFill>
                            <a:schemeClr val="tx1"/>
                          </a:solidFill>
                          <a:effectLst/>
                          <a:uFillTx/>
                          <a:latin typeface="ABC Monument Grotesk Thin"/>
                          <a:ea typeface="+mn-ea"/>
                          <a:cs typeface="+mn-cs"/>
                        </a:rPr>
                        <a:t> dolor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sit</a:t>
                      </a:r>
                      <a:r>
                        <a:rPr kumimoji="0" lang="es-ES" sz="1100" b="0" i="1" u="none" strike="noStrike" kern="1200" cap="none" spc="0" normalizeH="0" baseline="0" dirty="0">
                          <a:ln>
                            <a:noFill/>
                          </a:ln>
                          <a:solidFill>
                            <a:schemeClr val="tx1"/>
                          </a:solidFill>
                          <a:effectLst/>
                          <a:uFillTx/>
                          <a:latin typeface="ABC Monument Grotesk Thin"/>
                          <a:ea typeface="+mn-ea"/>
                          <a:cs typeface="+mn-cs"/>
                        </a:rPr>
                        <a:t>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amet</a:t>
                      </a:r>
                      <a:r>
                        <a:rPr kumimoji="0" lang="es-ES" sz="1100" b="0" i="1" u="none" strike="noStrike" kern="1200" cap="none" spc="0" normalizeH="0" baseline="0" dirty="0">
                          <a:ln>
                            <a:noFill/>
                          </a:ln>
                          <a:solidFill>
                            <a:schemeClr val="tx1"/>
                          </a:solidFill>
                          <a:effectLst/>
                          <a:uFillTx/>
                          <a:latin typeface="ABC Monument Grotesk Thin"/>
                          <a:ea typeface="+mn-ea"/>
                          <a:cs typeface="+mn-cs"/>
                        </a:rPr>
                        <a:t>,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consectetur</a:t>
                      </a:r>
                      <a:r>
                        <a:rPr kumimoji="0" lang="es-ES" sz="1100" b="0" i="1" u="none" strike="noStrike" kern="1200" cap="none" spc="0" normalizeH="0" baseline="0" dirty="0">
                          <a:ln>
                            <a:noFill/>
                          </a:ln>
                          <a:solidFill>
                            <a:schemeClr val="tx1"/>
                          </a:solidFill>
                          <a:effectLst/>
                          <a:uFillTx/>
                          <a:latin typeface="ABC Monument Grotesk Thin"/>
                          <a:ea typeface="+mn-ea"/>
                          <a:cs typeface="+mn-cs"/>
                        </a:rPr>
                        <a:t>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adipiscing</a:t>
                      </a:r>
                      <a:r>
                        <a:rPr kumimoji="0" lang="es-ES" sz="1100" b="0" i="1" u="none" strike="noStrike" kern="1200" cap="none" spc="0" normalizeH="0" baseline="0" dirty="0">
                          <a:ln>
                            <a:noFill/>
                          </a:ln>
                          <a:solidFill>
                            <a:schemeClr val="tx1"/>
                          </a:solidFill>
                          <a:effectLst/>
                          <a:uFillTx/>
                          <a:latin typeface="ABC Monument Grotesk Thin"/>
                          <a:ea typeface="+mn-ea"/>
                          <a:cs typeface="+mn-cs"/>
                        </a:rPr>
                        <a:t>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elit</a:t>
                      </a:r>
                      <a:r>
                        <a:rPr kumimoji="0" lang="es-ES" sz="1100" b="0" i="1" u="none" strike="noStrike" kern="1200" cap="none" spc="0" normalizeH="0" baseline="0" dirty="0">
                          <a:ln>
                            <a:noFill/>
                          </a:ln>
                          <a:solidFill>
                            <a:schemeClr val="tx1"/>
                          </a:solidFill>
                          <a:effectLst/>
                          <a:uFillTx/>
                          <a:latin typeface="ABC Monument Grotesk Thin"/>
                          <a:ea typeface="+mn-ea"/>
                          <a:cs typeface="+mn-cs"/>
                        </a:rPr>
                        <a:t>.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Praesent</a:t>
                      </a:r>
                      <a:r>
                        <a:rPr kumimoji="0" lang="es-ES" sz="1100" b="0" i="1" u="none" strike="noStrike" kern="1200" cap="none" spc="0" normalizeH="0" baseline="0" dirty="0">
                          <a:ln>
                            <a:noFill/>
                          </a:ln>
                          <a:solidFill>
                            <a:schemeClr val="tx1"/>
                          </a:solidFill>
                          <a:effectLst/>
                          <a:uFillTx/>
                          <a:latin typeface="ABC Monument Grotesk Thin"/>
                          <a:ea typeface="+mn-ea"/>
                          <a:cs typeface="+mn-cs"/>
                        </a:rPr>
                        <a:t> id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enim</a:t>
                      </a:r>
                      <a:r>
                        <a:rPr kumimoji="0" lang="es-ES" sz="1100" b="0" i="1" u="none" strike="noStrike" kern="1200" cap="none" spc="0" normalizeH="0" baseline="0" dirty="0">
                          <a:ln>
                            <a:noFill/>
                          </a:ln>
                          <a:solidFill>
                            <a:schemeClr val="tx1"/>
                          </a:solidFill>
                          <a:effectLst/>
                          <a:uFillTx/>
                          <a:latin typeface="ABC Monument Grotesk Thin"/>
                          <a:ea typeface="+mn-ea"/>
                          <a:cs typeface="+mn-cs"/>
                        </a:rPr>
                        <a:t> sed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lacus</a:t>
                      </a:r>
                      <a:r>
                        <a:rPr kumimoji="0" lang="es-ES" sz="1100" b="0" i="1" u="none" strike="noStrike" kern="1200" cap="none" spc="0" normalizeH="0" baseline="0" dirty="0">
                          <a:ln>
                            <a:noFill/>
                          </a:ln>
                          <a:solidFill>
                            <a:schemeClr val="tx1"/>
                          </a:solidFill>
                          <a:effectLst/>
                          <a:uFillTx/>
                          <a:latin typeface="ABC Monument Grotesk Thin"/>
                          <a:ea typeface="+mn-ea"/>
                          <a:cs typeface="+mn-cs"/>
                        </a:rPr>
                        <a:t> vehicula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cursus</a:t>
                      </a:r>
                      <a:r>
                        <a:rPr kumimoji="0" lang="es-ES" sz="1100" b="0" i="1" u="none" strike="noStrike" kern="1200" cap="none" spc="0" normalizeH="0" baseline="0" dirty="0">
                          <a:ln>
                            <a:noFill/>
                          </a:ln>
                          <a:solidFill>
                            <a:schemeClr val="tx1"/>
                          </a:solidFill>
                          <a:effectLst/>
                          <a:uFillTx/>
                          <a:latin typeface="ABC Monument Grotesk Thin"/>
                          <a:ea typeface="+mn-ea"/>
                          <a:cs typeface="+mn-cs"/>
                        </a:rPr>
                        <a:t> id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eget</a:t>
                      </a:r>
                      <a:r>
                        <a:rPr kumimoji="0" lang="es-ES" sz="1100" b="0" i="1" u="none" strike="noStrike" kern="1200" cap="none" spc="0" normalizeH="0" baseline="0" dirty="0">
                          <a:ln>
                            <a:noFill/>
                          </a:ln>
                          <a:solidFill>
                            <a:schemeClr val="tx1"/>
                          </a:solidFill>
                          <a:effectLst/>
                          <a:uFillTx/>
                          <a:latin typeface="ABC Monument Grotesk Thin"/>
                          <a:ea typeface="+mn-ea"/>
                          <a:cs typeface="+mn-cs"/>
                        </a:rPr>
                        <a:t> neque.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Fusce</a:t>
                      </a:r>
                      <a:r>
                        <a:rPr kumimoji="0" lang="es-ES" sz="1100" b="0" i="1" u="none" strike="noStrike" kern="1200" cap="none" spc="0" normalizeH="0" baseline="0" dirty="0">
                          <a:ln>
                            <a:noFill/>
                          </a:ln>
                          <a:solidFill>
                            <a:schemeClr val="tx1"/>
                          </a:solidFill>
                          <a:effectLst/>
                          <a:uFillTx/>
                          <a:latin typeface="ABC Monument Grotesk Thin"/>
                          <a:ea typeface="+mn-ea"/>
                          <a:cs typeface="+mn-cs"/>
                        </a:rPr>
                        <a:t>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blandit</a:t>
                      </a:r>
                      <a:r>
                        <a:rPr kumimoji="0" lang="es-ES" sz="1100" b="0" i="1" u="none" strike="noStrike" kern="1200" cap="none" spc="0" normalizeH="0" baseline="0" dirty="0">
                          <a:ln>
                            <a:noFill/>
                          </a:ln>
                          <a:solidFill>
                            <a:schemeClr val="tx1"/>
                          </a:solidFill>
                          <a:effectLst/>
                          <a:uFillTx/>
                          <a:latin typeface="ABC Monument Grotesk Thin"/>
                          <a:ea typeface="+mn-ea"/>
                          <a:cs typeface="+mn-cs"/>
                        </a:rPr>
                        <a:t>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eleifend</a:t>
                      </a:r>
                      <a:r>
                        <a:rPr kumimoji="0" lang="es-ES" sz="1100" b="0" i="1" u="none" strike="noStrike" kern="1200" cap="none" spc="0" normalizeH="0" baseline="0" dirty="0">
                          <a:ln>
                            <a:noFill/>
                          </a:ln>
                          <a:solidFill>
                            <a:schemeClr val="tx1"/>
                          </a:solidFill>
                          <a:effectLst/>
                          <a:uFillTx/>
                          <a:latin typeface="ABC Monument Grotesk Thin"/>
                          <a:ea typeface="+mn-ea"/>
                          <a:cs typeface="+mn-cs"/>
                        </a:rPr>
                        <a:t> </a:t>
                      </a:r>
                      <a:r>
                        <a:rPr kumimoji="0" lang="es-ES" sz="1100" b="0" i="1" u="none" strike="noStrike" kern="1200" cap="none" spc="0" normalizeH="0" baseline="0" dirty="0" err="1">
                          <a:ln>
                            <a:noFill/>
                          </a:ln>
                          <a:solidFill>
                            <a:schemeClr val="tx1"/>
                          </a:solidFill>
                          <a:effectLst/>
                          <a:uFillTx/>
                          <a:latin typeface="ABC Monument Grotesk Thin"/>
                          <a:ea typeface="+mn-ea"/>
                          <a:cs typeface="+mn-cs"/>
                        </a:rPr>
                        <a:t>pharetra</a:t>
                      </a:r>
                      <a:r>
                        <a:rPr kumimoji="0" lang="es-ES" sz="1100" b="0" i="1" u="none" strike="noStrike" kern="1200" cap="none" spc="0" normalizeH="0" baseline="0" dirty="0">
                          <a:ln>
                            <a:noFill/>
                          </a:ln>
                          <a:solidFill>
                            <a:schemeClr val="tx1"/>
                          </a:solidFill>
                          <a:effectLst/>
                          <a:uFillTx/>
                          <a:latin typeface="ABC Monument Grotesk Thin"/>
                          <a:ea typeface="+mn-ea"/>
                          <a:cs typeface="+mn-cs"/>
                        </a:rPr>
                        <a:t>. </a:t>
                      </a:r>
                      <a:endParaRPr kumimoji="0" lang="es-ES" sz="1100" b="0" i="0" u="none" strike="noStrike" kern="0" cap="none" spc="0" normalizeH="0" baseline="0" noProof="0" dirty="0">
                        <a:ln>
                          <a:noFill/>
                        </a:ln>
                        <a:solidFill>
                          <a:schemeClr val="tx1"/>
                        </a:solidFill>
                        <a:effectLst/>
                        <a:uFillTx/>
                        <a:latin typeface="ABC Monument Grotesk Thin"/>
                        <a:ea typeface="+mn-ea"/>
                        <a:cs typeface="+mn-cs"/>
                      </a:endParaRPr>
                    </a:p>
                  </a:txBody>
                  <a:tcPr marL="72000" marR="72000" marT="72000" marB="72000">
                    <a:lnL w="12700" cap="flat" cmpd="sng" algn="ctr">
                      <a:solidFill>
                        <a:srgbClr val="B4B4B4"/>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958473"/>
                      </a:solidFill>
                      <a:prstDash val="solid"/>
                      <a:round/>
                      <a:headEnd type="none" w="med" len="med"/>
                      <a:tailEnd type="none" w="med" len="med"/>
                    </a:lnT>
                    <a:lnB w="12700" cap="flat" cmpd="sng" algn="ctr">
                      <a:solidFill>
                        <a:srgbClr val="B4B4B4"/>
                      </a:solidFill>
                      <a:prstDash val="solid"/>
                      <a:round/>
                      <a:headEnd type="none" w="med" len="med"/>
                      <a:tailEnd type="none" w="med" len="med"/>
                    </a:lnB>
                  </a:tcPr>
                </a:tc>
                <a:tc>
                  <a:txBody>
                    <a:bodyPr/>
                    <a:lstStyle/>
                    <a:p>
                      <a:pPr marL="0" marR="0" lvl="0" indent="0" algn="l" defTabSz="1007486" rtl="0" eaLnBrk="1" fontAlgn="auto" latinLnBrk="0" hangingPunct="1">
                        <a:lnSpc>
                          <a:spcPct val="100000"/>
                        </a:lnSpc>
                        <a:spcBef>
                          <a:spcPts val="0"/>
                        </a:spcBef>
                        <a:spcAft>
                          <a:spcPts val="0"/>
                        </a:spcAft>
                        <a:buClrTx/>
                        <a:buSzTx/>
                        <a:buFontTx/>
                        <a:buNone/>
                        <a:tabLst/>
                        <a:defRPr/>
                      </a:pPr>
                      <a:r>
                        <a:rPr kumimoji="0" lang="es-ES" sz="1400" b="0" i="0" u="none" strike="noStrike" kern="1200" cap="none" spc="0" normalizeH="0" baseline="0" noProof="0" dirty="0">
                          <a:ln>
                            <a:noFill/>
                          </a:ln>
                          <a:solidFill>
                            <a:schemeClr val="tx1"/>
                          </a:solidFill>
                          <a:effectLst/>
                          <a:uFillTx/>
                          <a:latin typeface="ABC Monument Grotesk"/>
                          <a:ea typeface="+mn-ea"/>
                          <a:cs typeface="+mn-cs"/>
                          <a:sym typeface="Calibri"/>
                        </a:rPr>
                        <a:t>Sugerencia de mejora 1.1</a:t>
                      </a:r>
                    </a:p>
                    <a:p>
                      <a:pPr marL="0" marR="0" lvl="0" indent="0" algn="l" defTabSz="1007486" rtl="0" eaLnBrk="1" fontAlgn="auto" latinLnBrk="0" hangingPunct="1">
                        <a:lnSpc>
                          <a:spcPct val="100000"/>
                        </a:lnSpc>
                        <a:spcBef>
                          <a:spcPts val="0"/>
                        </a:spcBef>
                        <a:spcAft>
                          <a:spcPts val="0"/>
                        </a:spcAft>
                        <a:buClrTx/>
                        <a:buSzTx/>
                        <a:buFontTx/>
                        <a:buNone/>
                        <a:tabLst/>
                        <a:defRPr/>
                      </a:pPr>
                      <a:endParaRPr kumimoji="0" lang="es-ES" sz="500" b="0" i="0" u="none" strike="noStrike" kern="1200" cap="none" spc="0" normalizeH="0" baseline="0" noProof="0" dirty="0">
                        <a:ln>
                          <a:noFill/>
                        </a:ln>
                        <a:solidFill>
                          <a:schemeClr val="tx1"/>
                        </a:solidFill>
                        <a:effectLst/>
                        <a:uFillTx/>
                        <a:latin typeface="ABC Monument Grotesk"/>
                        <a:ea typeface="+mn-ea"/>
                        <a:cs typeface="+mn-cs"/>
                        <a:sym typeface="Calibri"/>
                      </a:endParaRPr>
                    </a:p>
                    <a:p>
                      <a:pPr marL="0" marR="0" lvl="0" indent="0" algn="l" defTabSz="1007486" rtl="0" eaLnBrk="1" fontAlgn="auto" latinLnBrk="0" hangingPunct="1">
                        <a:lnSpc>
                          <a:spcPct val="100000"/>
                        </a:lnSpc>
                        <a:spcBef>
                          <a:spcPts val="0"/>
                        </a:spcBef>
                        <a:spcAft>
                          <a:spcPts val="0"/>
                        </a:spcAft>
                        <a:buClrTx/>
                        <a:buSzTx/>
                        <a:buFontTx/>
                        <a:buNone/>
                        <a:tabLst/>
                        <a:defRPr/>
                      </a:pPr>
                      <a:r>
                        <a:rPr kumimoji="0" lang="es-ES" sz="12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Lorem </a:t>
                      </a:r>
                      <a:r>
                        <a:rPr kumimoji="0" lang="es-ES" sz="12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ipsum</a:t>
                      </a:r>
                      <a:r>
                        <a:rPr kumimoji="0" lang="es-ES" sz="12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dolor </a:t>
                      </a:r>
                      <a:r>
                        <a:rPr kumimoji="0" lang="es-ES" sz="12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sit</a:t>
                      </a:r>
                      <a:r>
                        <a:rPr kumimoji="0" lang="es-ES" sz="12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a:t>
                      </a:r>
                      <a:r>
                        <a:rPr kumimoji="0" lang="es-ES" sz="12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amet</a:t>
                      </a:r>
                      <a:r>
                        <a:rPr kumimoji="0" lang="es-ES" sz="12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a:t>
                      </a:r>
                      <a:r>
                        <a:rPr kumimoji="0" lang="es-ES" sz="12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consectetur</a:t>
                      </a:r>
                      <a:r>
                        <a:rPr kumimoji="0" lang="es-ES" sz="12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a:t>
                      </a:r>
                      <a:r>
                        <a:rPr kumimoji="0" lang="es-ES" sz="12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adipiscing</a:t>
                      </a:r>
                      <a:r>
                        <a:rPr kumimoji="0" lang="es-ES" sz="12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a:t>
                      </a:r>
                      <a:r>
                        <a:rPr kumimoji="0" lang="es-ES" sz="12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elit</a:t>
                      </a:r>
                      <a:r>
                        <a:rPr kumimoji="0" lang="es-ES" sz="12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a:t>
                      </a:r>
                      <a:r>
                        <a:rPr kumimoji="0" lang="es-ES" sz="12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Praesent</a:t>
                      </a:r>
                      <a:r>
                        <a:rPr kumimoji="0" lang="es-ES" sz="12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id </a:t>
                      </a:r>
                      <a:r>
                        <a:rPr kumimoji="0" lang="es-ES" sz="12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enim</a:t>
                      </a:r>
                      <a:r>
                        <a:rPr kumimoji="0" lang="es-ES" sz="12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sed </a:t>
                      </a:r>
                      <a:r>
                        <a:rPr kumimoji="0" lang="es-ES" sz="12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lacus</a:t>
                      </a:r>
                      <a:r>
                        <a:rPr kumimoji="0" lang="es-ES" sz="12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vehicula </a:t>
                      </a:r>
                      <a:r>
                        <a:rPr kumimoji="0" lang="es-ES" sz="12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cursus</a:t>
                      </a:r>
                      <a:r>
                        <a:rPr kumimoji="0" lang="es-ES" sz="12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id </a:t>
                      </a:r>
                      <a:r>
                        <a:rPr kumimoji="0" lang="es-ES" sz="12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eget</a:t>
                      </a:r>
                      <a:r>
                        <a:rPr kumimoji="0" lang="es-ES" sz="12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neque. </a:t>
                      </a:r>
                      <a:r>
                        <a:rPr kumimoji="0" lang="es-ES" sz="12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Fusce</a:t>
                      </a:r>
                      <a:r>
                        <a:rPr kumimoji="0" lang="es-ES" sz="12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a:t>
                      </a:r>
                      <a:r>
                        <a:rPr kumimoji="0" lang="es-ES" sz="12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blandit</a:t>
                      </a:r>
                      <a:r>
                        <a:rPr kumimoji="0" lang="es-ES" sz="12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a:t>
                      </a:r>
                      <a:r>
                        <a:rPr kumimoji="0" lang="es-ES" sz="12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eleifend</a:t>
                      </a:r>
                      <a:r>
                        <a:rPr kumimoji="0" lang="es-ES" sz="12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a:t>
                      </a:r>
                      <a:r>
                        <a:rPr kumimoji="0" lang="es-ES" sz="12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pharetra</a:t>
                      </a:r>
                      <a:r>
                        <a:rPr kumimoji="0" lang="es-ES" sz="12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a:t>
                      </a:r>
                    </a:p>
                    <a:p>
                      <a:pPr marL="0" marR="0" lvl="0" indent="0" algn="l" defTabSz="1007486" rtl="0" eaLnBrk="1" fontAlgn="auto" latinLnBrk="0" hangingPunct="1">
                        <a:lnSpc>
                          <a:spcPct val="100000"/>
                        </a:lnSpc>
                        <a:spcBef>
                          <a:spcPts val="0"/>
                        </a:spcBef>
                        <a:spcAft>
                          <a:spcPts val="0"/>
                        </a:spcAft>
                        <a:buClrTx/>
                        <a:buSzTx/>
                        <a:buFontTx/>
                        <a:buNone/>
                        <a:tabLst/>
                        <a:defRPr/>
                      </a:pPr>
                      <a:endParaRPr kumimoji="0" lang="es-ES" sz="1400" b="0" i="0" u="none" strike="noStrike" kern="1200" cap="none" spc="0" normalizeH="0" baseline="0" noProof="0" dirty="0">
                        <a:ln>
                          <a:noFill/>
                        </a:ln>
                        <a:solidFill>
                          <a:schemeClr val="tx1"/>
                        </a:solidFill>
                        <a:effectLst/>
                        <a:uFillTx/>
                        <a:latin typeface="ABC Monument Grotesk"/>
                        <a:ea typeface="+mn-ea"/>
                        <a:cs typeface="+mn-cs"/>
                        <a:sym typeface="Calibri"/>
                      </a:endParaRPr>
                    </a:p>
                    <a:p>
                      <a:pPr marL="0" marR="0" lvl="0" indent="0" algn="l" defTabSz="1007486" rtl="0" eaLnBrk="1" fontAlgn="auto" latinLnBrk="0" hangingPunct="1">
                        <a:lnSpc>
                          <a:spcPct val="100000"/>
                        </a:lnSpc>
                        <a:spcBef>
                          <a:spcPts val="0"/>
                        </a:spcBef>
                        <a:spcAft>
                          <a:spcPts val="0"/>
                        </a:spcAft>
                        <a:buClrTx/>
                        <a:buSzTx/>
                        <a:buFontTx/>
                        <a:buNone/>
                        <a:tabLst/>
                        <a:defRPr/>
                      </a:pPr>
                      <a:r>
                        <a:rPr kumimoji="0" lang="es-ES" sz="1400" b="0" i="0" u="none" strike="noStrike" kern="1200" cap="none" spc="0" normalizeH="0" baseline="0" noProof="0" dirty="0">
                          <a:ln>
                            <a:noFill/>
                          </a:ln>
                          <a:solidFill>
                            <a:schemeClr val="tx1"/>
                          </a:solidFill>
                          <a:effectLst/>
                          <a:uFillTx/>
                          <a:latin typeface="ABC Monument Grotesk"/>
                          <a:ea typeface="+mn-ea"/>
                          <a:cs typeface="+mn-cs"/>
                          <a:sym typeface="Calibri"/>
                        </a:rPr>
                        <a:t>Sugerencia de mejora  1.2</a:t>
                      </a:r>
                    </a:p>
                    <a:p>
                      <a:pPr marL="0" marR="0" lvl="0" indent="0" algn="l" defTabSz="1007486" rtl="0" eaLnBrk="1" fontAlgn="auto" latinLnBrk="0" hangingPunct="1">
                        <a:lnSpc>
                          <a:spcPct val="100000"/>
                        </a:lnSpc>
                        <a:spcBef>
                          <a:spcPts val="0"/>
                        </a:spcBef>
                        <a:spcAft>
                          <a:spcPts val="0"/>
                        </a:spcAft>
                        <a:buClrTx/>
                        <a:buSzTx/>
                        <a:buFontTx/>
                        <a:buNone/>
                        <a:tabLst/>
                        <a:defRPr/>
                      </a:pPr>
                      <a:endParaRPr kumimoji="0" lang="es-ES" sz="7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endParaRPr>
                    </a:p>
                    <a:p>
                      <a:pPr marL="0" marR="0" lvl="0" indent="0" algn="l" defTabSz="1007486" rtl="0" eaLnBrk="1" fontAlgn="auto" latinLnBrk="0" hangingPunct="1">
                        <a:lnSpc>
                          <a:spcPct val="100000"/>
                        </a:lnSpc>
                        <a:spcBef>
                          <a:spcPts val="0"/>
                        </a:spcBef>
                        <a:spcAft>
                          <a:spcPts val="0"/>
                        </a:spcAft>
                        <a:buClrTx/>
                        <a:buSzTx/>
                        <a:buFontTx/>
                        <a:buNone/>
                        <a:tabLst/>
                        <a:defRPr/>
                      </a:pPr>
                      <a:r>
                        <a:rPr kumimoji="0" lang="es-ES" sz="12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Lorem </a:t>
                      </a:r>
                      <a:r>
                        <a:rPr kumimoji="0" lang="es-ES" sz="12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ipsum</a:t>
                      </a:r>
                      <a:r>
                        <a:rPr kumimoji="0" lang="es-ES" sz="12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dolor </a:t>
                      </a:r>
                      <a:r>
                        <a:rPr kumimoji="0" lang="es-ES" sz="12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sit</a:t>
                      </a:r>
                      <a:r>
                        <a:rPr kumimoji="0" lang="es-ES" sz="12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a:t>
                      </a:r>
                      <a:r>
                        <a:rPr kumimoji="0" lang="es-ES" sz="12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amet</a:t>
                      </a:r>
                      <a:r>
                        <a:rPr kumimoji="0" lang="es-ES" sz="12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a:t>
                      </a:r>
                      <a:r>
                        <a:rPr kumimoji="0" lang="es-ES" sz="12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consectetur</a:t>
                      </a:r>
                      <a:r>
                        <a:rPr kumimoji="0" lang="es-ES" sz="12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a:t>
                      </a:r>
                      <a:r>
                        <a:rPr kumimoji="0" lang="es-ES" sz="12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adipiscing</a:t>
                      </a:r>
                      <a:r>
                        <a:rPr kumimoji="0" lang="es-ES" sz="12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a:t>
                      </a:r>
                      <a:r>
                        <a:rPr kumimoji="0" lang="es-ES" sz="12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elit</a:t>
                      </a:r>
                      <a:r>
                        <a:rPr kumimoji="0" lang="es-ES" sz="12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a:t>
                      </a:r>
                      <a:r>
                        <a:rPr kumimoji="0" lang="es-ES" sz="12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Praesent</a:t>
                      </a:r>
                      <a:r>
                        <a:rPr kumimoji="0" lang="es-ES" sz="12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id </a:t>
                      </a:r>
                      <a:r>
                        <a:rPr kumimoji="0" lang="es-ES" sz="12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enim</a:t>
                      </a:r>
                      <a:r>
                        <a:rPr kumimoji="0" lang="es-ES" sz="12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sed </a:t>
                      </a:r>
                      <a:r>
                        <a:rPr kumimoji="0" lang="es-ES" sz="12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lacus</a:t>
                      </a:r>
                      <a:r>
                        <a:rPr kumimoji="0" lang="es-ES" sz="12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vehicula </a:t>
                      </a:r>
                      <a:r>
                        <a:rPr kumimoji="0" lang="es-ES" sz="12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cursus</a:t>
                      </a:r>
                      <a:r>
                        <a:rPr kumimoji="0" lang="es-ES" sz="12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id </a:t>
                      </a:r>
                      <a:r>
                        <a:rPr kumimoji="0" lang="es-ES" sz="12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eget</a:t>
                      </a:r>
                      <a:r>
                        <a:rPr kumimoji="0" lang="es-ES" sz="12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neque. </a:t>
                      </a:r>
                      <a:r>
                        <a:rPr kumimoji="0" lang="es-ES" sz="12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Fusce</a:t>
                      </a:r>
                      <a:r>
                        <a:rPr kumimoji="0" lang="es-ES" sz="12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a:t>
                      </a:r>
                      <a:r>
                        <a:rPr kumimoji="0" lang="es-ES" sz="12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blandit</a:t>
                      </a:r>
                      <a:r>
                        <a:rPr kumimoji="0" lang="es-ES" sz="12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a:t>
                      </a:r>
                      <a:r>
                        <a:rPr kumimoji="0" lang="es-ES" sz="12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eleifend</a:t>
                      </a:r>
                      <a:r>
                        <a:rPr kumimoji="0" lang="es-ES" sz="12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a:t>
                      </a:r>
                      <a:r>
                        <a:rPr kumimoji="0" lang="es-ES" sz="12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pharetra</a:t>
                      </a:r>
                      <a:r>
                        <a:rPr kumimoji="0" lang="es-ES" sz="12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a:t>
                      </a:r>
                    </a:p>
                    <a:p>
                      <a:pPr marL="0" marR="0" lvl="0" indent="0" algn="l" defTabSz="1007486" rtl="0" eaLnBrk="1" fontAlgn="auto" latinLnBrk="0" hangingPunct="1">
                        <a:lnSpc>
                          <a:spcPct val="100000"/>
                        </a:lnSpc>
                        <a:spcBef>
                          <a:spcPts val="0"/>
                        </a:spcBef>
                        <a:spcAft>
                          <a:spcPts val="0"/>
                        </a:spcAft>
                        <a:buClrTx/>
                        <a:buSzTx/>
                        <a:buFontTx/>
                        <a:buNone/>
                        <a:tabLst/>
                        <a:defRPr/>
                      </a:pPr>
                      <a:endParaRPr kumimoji="0" lang="es-ES" sz="12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endParaRPr>
                    </a:p>
                  </a:txBody>
                  <a:tcPr marL="108000" marR="72000" marT="108000" marB="72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958473"/>
                      </a:solidFill>
                      <a:prstDash val="solid"/>
                      <a:round/>
                      <a:headEnd type="none" w="med" len="med"/>
                      <a:tailEnd type="none" w="med" len="med"/>
                    </a:lnT>
                    <a:lnB w="6350" cap="flat" cmpd="sng" algn="ctr">
                      <a:solidFill>
                        <a:srgbClr val="958473"/>
                      </a:solidFill>
                      <a:prstDash val="solid"/>
                      <a:round/>
                      <a:headEnd type="none" w="med" len="med"/>
                      <a:tailEnd type="none" w="med" len="med"/>
                    </a:lnB>
                  </a:tcPr>
                </a:tc>
                <a:tc>
                  <a:txBody>
                    <a:bodyPr/>
                    <a:lstStyle/>
                    <a:p>
                      <a:pPr marL="0" marR="0" lvl="0" indent="0" algn="l" defTabSz="1007486"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schemeClr val="tx1"/>
                          </a:solidFill>
                          <a:effectLst/>
                          <a:uFillTx/>
                          <a:latin typeface="ABC Monument Grotesk"/>
                          <a:ea typeface="+mn-ea"/>
                          <a:cs typeface="+mn-cs"/>
                          <a:sym typeface="Calibri"/>
                        </a:rPr>
                        <a:t>Área</a:t>
                      </a:r>
                    </a:p>
                    <a:p>
                      <a:pPr marL="0" marR="0" lvl="0" indent="0" algn="l" defTabSz="1007486" rtl="0" eaLnBrk="1" fontAlgn="auto" latinLnBrk="0" hangingPunct="1">
                        <a:lnSpc>
                          <a:spcPct val="100000"/>
                        </a:lnSpc>
                        <a:spcBef>
                          <a:spcPts val="0"/>
                        </a:spcBef>
                        <a:spcAft>
                          <a:spcPts val="0"/>
                        </a:spcAft>
                        <a:buClrTx/>
                        <a:buSzTx/>
                        <a:buFontTx/>
                        <a:buNone/>
                        <a:tabLst/>
                        <a:defRPr/>
                      </a:pPr>
                      <a:endParaRPr kumimoji="0" lang="es-ES" sz="600" b="0" i="0" u="none" strike="noStrike" kern="1200" cap="none" spc="0" normalizeH="0" baseline="0" noProof="0" dirty="0">
                        <a:ln>
                          <a:noFill/>
                        </a:ln>
                        <a:solidFill>
                          <a:schemeClr val="tx1"/>
                        </a:solidFill>
                        <a:effectLst/>
                        <a:uFillTx/>
                        <a:latin typeface="ABC Monument Grotesk"/>
                        <a:ea typeface="+mn-ea"/>
                        <a:cs typeface="+mn-cs"/>
                        <a:sym typeface="Calibri"/>
                      </a:endParaRPr>
                    </a:p>
                    <a:p>
                      <a:pPr marL="0" marR="0" lvl="0" indent="0" algn="l" defTabSz="1007486" rtl="0" eaLnBrk="1" fontAlgn="auto" latinLnBrk="0" hangingPunct="1">
                        <a:lnSpc>
                          <a:spcPct val="100000"/>
                        </a:lnSpc>
                        <a:spcBef>
                          <a:spcPts val="0"/>
                        </a:spcBef>
                        <a:spcAft>
                          <a:spcPts val="600"/>
                        </a:spcAft>
                        <a:buClrTx/>
                        <a:buSzTx/>
                        <a:buFontTx/>
                        <a:buNone/>
                        <a:tabLst/>
                        <a:defRPr/>
                      </a:pP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Lorem </a:t>
                      </a:r>
                      <a:r>
                        <a:rPr kumimoji="0" lang="es-ES" sz="11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ipsum</a:t>
                      </a: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a:t>
                      </a:r>
                    </a:p>
                    <a:p>
                      <a:pPr marL="0" marR="0" lvl="0" indent="0" algn="l" defTabSz="1007486" rtl="0" eaLnBrk="1" fontAlgn="auto" latinLnBrk="0" hangingPunct="1">
                        <a:lnSpc>
                          <a:spcPct val="100000"/>
                        </a:lnSpc>
                        <a:spcBef>
                          <a:spcPts val="0"/>
                        </a:spcBef>
                        <a:spcAft>
                          <a:spcPts val="600"/>
                        </a:spcAft>
                        <a:buClrTx/>
                        <a:buSzTx/>
                        <a:buFontTx/>
                        <a:buNone/>
                        <a:tabLst/>
                        <a:defRPr/>
                      </a:pPr>
                      <a:endPar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endParaRPr>
                    </a:p>
                    <a:p>
                      <a:pPr marL="0" marR="0" lvl="0" indent="0" algn="l" defTabSz="1007486" rtl="0" eaLnBrk="1" fontAlgn="auto" latinLnBrk="0" hangingPunct="1">
                        <a:lnSpc>
                          <a:spcPct val="100000"/>
                        </a:lnSpc>
                        <a:spcBef>
                          <a:spcPts val="0"/>
                        </a:spcBef>
                        <a:spcAft>
                          <a:spcPts val="600"/>
                        </a:spcAft>
                        <a:buClrTx/>
                        <a:buSzTx/>
                        <a:buFontTx/>
                        <a:buNone/>
                        <a:tabLst/>
                        <a:defRPr/>
                      </a:pPr>
                      <a:endParaRPr kumimoji="0" lang="es-ES" sz="3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endParaRPr>
                    </a:p>
                    <a:p>
                      <a:pPr marL="0" marR="0" lvl="0" indent="0" algn="l" defTabSz="1007486" rtl="0" eaLnBrk="1" fontAlgn="auto" latinLnBrk="0" hangingPunct="1">
                        <a:lnSpc>
                          <a:spcPct val="100000"/>
                        </a:lnSpc>
                        <a:spcBef>
                          <a:spcPts val="0"/>
                        </a:spcBef>
                        <a:spcAft>
                          <a:spcPts val="600"/>
                        </a:spcAft>
                        <a:buClrTx/>
                        <a:buSzTx/>
                        <a:buFontTx/>
                        <a:buNone/>
                        <a:tabLst/>
                        <a:defRPr/>
                      </a:pPr>
                      <a:endPar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endParaRPr>
                    </a:p>
                    <a:p>
                      <a:pPr marL="0" marR="0" lvl="0" indent="0" algn="l" defTabSz="1007486" rtl="0" eaLnBrk="1" fontAlgn="auto" latinLnBrk="0" hangingPunct="1">
                        <a:lnSpc>
                          <a:spcPct val="100000"/>
                        </a:lnSpc>
                        <a:spcBef>
                          <a:spcPts val="0"/>
                        </a:spcBef>
                        <a:spcAft>
                          <a:spcPts val="600"/>
                        </a:spcAft>
                        <a:buClrTx/>
                        <a:buSzTx/>
                        <a:buFontTx/>
                        <a:buNone/>
                        <a:tabLst/>
                        <a:defRPr/>
                      </a:pPr>
                      <a:endPar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endParaRPr>
                    </a:p>
                    <a:p>
                      <a:pPr marL="0" marR="0" lvl="0" indent="0" algn="l" defTabSz="1007486" rtl="0" eaLnBrk="1" fontAlgn="auto" latinLnBrk="0" hangingPunct="1">
                        <a:lnSpc>
                          <a:spcPct val="100000"/>
                        </a:lnSpc>
                        <a:spcBef>
                          <a:spcPts val="0"/>
                        </a:spcBef>
                        <a:spcAft>
                          <a:spcPts val="600"/>
                        </a:spcAft>
                        <a:buClrTx/>
                        <a:buSzTx/>
                        <a:buFontTx/>
                        <a:buNone/>
                        <a:tabLst/>
                        <a:defRPr/>
                      </a:pPr>
                      <a:endPar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endParaRPr>
                    </a:p>
                    <a:p>
                      <a:pPr marL="0" marR="0" lvl="0" indent="0" algn="l" defTabSz="1007486" rtl="0" eaLnBrk="1" fontAlgn="auto" latinLnBrk="0" hangingPunct="1">
                        <a:lnSpc>
                          <a:spcPct val="100000"/>
                        </a:lnSpc>
                        <a:spcBef>
                          <a:spcPts val="0"/>
                        </a:spcBef>
                        <a:spcAft>
                          <a:spcPts val="600"/>
                        </a:spcAft>
                        <a:buClrTx/>
                        <a:buSzTx/>
                        <a:buFontTx/>
                        <a:buNone/>
                        <a:tabLst/>
                        <a:defRPr/>
                      </a:pPr>
                      <a:endPar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endParaRPr>
                    </a:p>
                    <a:p>
                      <a:pPr marL="0" marR="0" lvl="0" indent="0" algn="l" defTabSz="1007486" rtl="0" eaLnBrk="1" fontAlgn="auto" latinLnBrk="0" hangingPunct="1">
                        <a:lnSpc>
                          <a:spcPct val="100000"/>
                        </a:lnSpc>
                        <a:spcBef>
                          <a:spcPts val="0"/>
                        </a:spcBef>
                        <a:spcAft>
                          <a:spcPts val="600"/>
                        </a:spcAft>
                        <a:buClrTx/>
                        <a:buSzTx/>
                        <a:buFontTx/>
                        <a:buNone/>
                        <a:tabLst/>
                        <a:defRPr/>
                      </a:pPr>
                      <a:r>
                        <a:rPr kumimoji="0" lang="es-ES" sz="1100" b="0" i="0" u="none" strike="noStrike" kern="1200" cap="none" spc="0" normalizeH="0" baseline="0" noProof="0" dirty="0">
                          <a:ln>
                            <a:noFill/>
                          </a:ln>
                          <a:solidFill>
                            <a:schemeClr val="tx1"/>
                          </a:solidFill>
                          <a:effectLst/>
                          <a:uFillTx/>
                          <a:latin typeface="ABC Monument Grotesk"/>
                          <a:ea typeface="+mn-ea"/>
                          <a:cs typeface="+mn-cs"/>
                          <a:sym typeface="Calibri"/>
                        </a:rPr>
                        <a:t>Área</a:t>
                      </a:r>
                      <a:endPar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endParaRPr>
                    </a:p>
                    <a:p>
                      <a:pPr marL="0" marR="0" lvl="0" indent="0" algn="l" defTabSz="1007486" rtl="0" eaLnBrk="1" fontAlgn="auto" latinLnBrk="0" hangingPunct="1">
                        <a:lnSpc>
                          <a:spcPct val="100000"/>
                        </a:lnSpc>
                        <a:spcBef>
                          <a:spcPts val="0"/>
                        </a:spcBef>
                        <a:spcAft>
                          <a:spcPts val="600"/>
                        </a:spcAft>
                        <a:buClrTx/>
                        <a:buSzTx/>
                        <a:buFontTx/>
                        <a:buNone/>
                        <a:tabLst/>
                        <a:defRPr/>
                      </a:pP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Lorem </a:t>
                      </a:r>
                      <a:r>
                        <a:rPr kumimoji="0" lang="es-ES" sz="1100" b="0" i="0" u="none" strike="noStrike" kern="1200" cap="none" spc="0" normalizeH="0" baseline="0" noProof="0" dirty="0" err="1">
                          <a:ln>
                            <a:noFill/>
                          </a:ln>
                          <a:solidFill>
                            <a:schemeClr val="tx1"/>
                          </a:solidFill>
                          <a:effectLst/>
                          <a:uFillTx/>
                          <a:latin typeface="ABC Monument Grotesk Thin" panose="020B0204040202060203" pitchFamily="34" charset="0"/>
                          <a:ea typeface="+mn-ea"/>
                          <a:cs typeface="+mn-cs"/>
                          <a:sym typeface="Calibri"/>
                        </a:rPr>
                        <a:t>ipsum</a:t>
                      </a:r>
                      <a:r>
                        <a:rPr kumimoji="0" lang="es-ES" sz="1100" b="0" i="0" u="none" strike="noStrike" kern="1200" cap="none" spc="0" normalizeH="0" baseline="0" noProof="0" dirty="0">
                          <a:ln>
                            <a:noFill/>
                          </a:ln>
                          <a:solidFill>
                            <a:schemeClr val="tx1"/>
                          </a:solidFill>
                          <a:effectLst/>
                          <a:uFillTx/>
                          <a:latin typeface="ABC Monument Grotesk Thin" panose="020B0204040202060203" pitchFamily="34" charset="0"/>
                          <a:ea typeface="+mn-ea"/>
                          <a:cs typeface="+mn-cs"/>
                          <a:sym typeface="Calibri"/>
                        </a:rPr>
                        <a:t> </a:t>
                      </a:r>
                      <a:endParaRPr kumimoji="0" lang="es-ES" sz="1100" b="0" i="0" u="none" strike="noStrike" kern="1200" cap="none" spc="0" normalizeH="0" baseline="0" noProof="0" dirty="0">
                        <a:ln>
                          <a:noFill/>
                        </a:ln>
                        <a:solidFill>
                          <a:schemeClr val="tx1"/>
                        </a:solidFill>
                        <a:effectLst/>
                        <a:highlight>
                          <a:srgbClr val="FFFF00"/>
                        </a:highlight>
                        <a:uFillTx/>
                        <a:latin typeface="ABC Monument Grotesk Thin" panose="020B0204040202060203" pitchFamily="34" charset="0"/>
                        <a:ea typeface="+mn-ea"/>
                        <a:cs typeface="+mn-cs"/>
                        <a:sym typeface="Calibri"/>
                      </a:endParaRPr>
                    </a:p>
                    <a:p>
                      <a:pPr marL="0" marR="0" lvl="0" indent="0" algn="just" defTabSz="1007486" rtl="0" eaLnBrk="1" fontAlgn="auto" latinLnBrk="0" hangingPunct="1">
                        <a:lnSpc>
                          <a:spcPct val="100000"/>
                        </a:lnSpc>
                        <a:spcBef>
                          <a:spcPts val="0"/>
                        </a:spcBef>
                        <a:spcAft>
                          <a:spcPts val="600"/>
                        </a:spcAft>
                        <a:buClrTx/>
                        <a:buSzTx/>
                        <a:buFontTx/>
                        <a:buNone/>
                        <a:tabLst/>
                        <a:defRPr/>
                      </a:pPr>
                      <a:endParaRPr kumimoji="0" lang="es-ES" sz="1100" b="0" i="0" u="none" strike="noStrike" kern="1200" cap="none" spc="0" normalizeH="0" baseline="0" noProof="0" dirty="0">
                        <a:ln>
                          <a:noFill/>
                        </a:ln>
                        <a:solidFill>
                          <a:schemeClr val="tx1"/>
                        </a:solidFill>
                        <a:effectLst/>
                        <a:highlight>
                          <a:srgbClr val="FFFF00"/>
                        </a:highlight>
                        <a:uFillTx/>
                        <a:latin typeface="ABC Monument Grotesk Thin" panose="020B0204040202060203" pitchFamily="34" charset="0"/>
                        <a:ea typeface="+mn-ea"/>
                        <a:cs typeface="+mn-cs"/>
                        <a:sym typeface="Calibri"/>
                      </a:endParaRPr>
                    </a:p>
                    <a:p>
                      <a:pPr marL="0" marR="0" lvl="0" indent="0" algn="just" defTabSz="1007486" rtl="0" eaLnBrk="1" fontAlgn="auto" latinLnBrk="0" hangingPunct="1">
                        <a:lnSpc>
                          <a:spcPct val="100000"/>
                        </a:lnSpc>
                        <a:spcBef>
                          <a:spcPts val="0"/>
                        </a:spcBef>
                        <a:spcAft>
                          <a:spcPts val="600"/>
                        </a:spcAft>
                        <a:buClrTx/>
                        <a:buSzTx/>
                        <a:buFontTx/>
                        <a:buNone/>
                        <a:tabLst/>
                        <a:defRPr/>
                      </a:pPr>
                      <a:endParaRPr kumimoji="0" lang="es-ES" sz="1100" b="0" i="0" u="none" strike="noStrike" kern="1200" cap="none" spc="0" normalizeH="0" baseline="0" noProof="0" dirty="0">
                        <a:ln>
                          <a:noFill/>
                        </a:ln>
                        <a:solidFill>
                          <a:schemeClr val="tx1"/>
                        </a:solidFill>
                        <a:effectLst/>
                        <a:highlight>
                          <a:srgbClr val="FFFF00"/>
                        </a:highlight>
                        <a:uFillTx/>
                        <a:latin typeface="ABC Monument Grotesk Thin" panose="020B0204040202060203" pitchFamily="34" charset="0"/>
                        <a:ea typeface="+mn-ea"/>
                        <a:cs typeface="+mn-cs"/>
                        <a:sym typeface="Calibri"/>
                      </a:endParaRPr>
                    </a:p>
                    <a:p>
                      <a:pPr marL="0" marR="0" lvl="0" indent="0" algn="just" defTabSz="1007486" rtl="0" eaLnBrk="1" fontAlgn="auto" latinLnBrk="0" hangingPunct="1">
                        <a:lnSpc>
                          <a:spcPct val="100000"/>
                        </a:lnSpc>
                        <a:spcBef>
                          <a:spcPts val="0"/>
                        </a:spcBef>
                        <a:spcAft>
                          <a:spcPts val="600"/>
                        </a:spcAft>
                        <a:buClrTx/>
                        <a:buSzTx/>
                        <a:buFontTx/>
                        <a:buNone/>
                        <a:tabLst/>
                        <a:defRPr/>
                      </a:pPr>
                      <a:endParaRPr kumimoji="0" lang="es-ES" sz="1100" b="0" i="0" u="none" strike="noStrike" kern="1200" cap="none" spc="0" normalizeH="0" baseline="0" noProof="0" dirty="0">
                        <a:ln>
                          <a:noFill/>
                        </a:ln>
                        <a:solidFill>
                          <a:schemeClr val="tx1"/>
                        </a:solidFill>
                        <a:effectLst/>
                        <a:highlight>
                          <a:srgbClr val="FFFF00"/>
                        </a:highlight>
                        <a:uFillTx/>
                        <a:latin typeface="ABC Monument Grotesk Thin" panose="020B0204040202060203" pitchFamily="34" charset="0"/>
                        <a:ea typeface="+mn-ea"/>
                        <a:cs typeface="+mn-cs"/>
                        <a:sym typeface="Calibri"/>
                      </a:endParaRPr>
                    </a:p>
                  </a:txBody>
                  <a:tcPr marL="72000" marR="72000" marT="108000" marB="72000">
                    <a:lnL w="12700" cap="flat" cmpd="sng" algn="ctr">
                      <a:noFill/>
                      <a:prstDash val="solid"/>
                      <a:round/>
                      <a:headEnd type="none" w="med" len="med"/>
                      <a:tailEnd type="none" w="med" len="med"/>
                    </a:lnL>
                    <a:lnR w="6350" cap="flat" cmpd="sng" algn="ctr">
                      <a:solidFill>
                        <a:schemeClr val="bg1"/>
                      </a:solidFill>
                      <a:prstDash val="sysDashDotDot"/>
                      <a:round/>
                      <a:headEnd type="none" w="med" len="med"/>
                      <a:tailEnd type="none" w="med" len="med"/>
                    </a:lnR>
                    <a:lnT w="6350" cap="flat" cmpd="sng" algn="ctr">
                      <a:solidFill>
                        <a:srgbClr val="958473"/>
                      </a:solidFill>
                      <a:prstDash val="solid"/>
                      <a:round/>
                      <a:headEnd type="none" w="med" len="med"/>
                      <a:tailEnd type="none" w="med" len="med"/>
                    </a:lnT>
                    <a:lnB w="6350" cap="flat" cmpd="sng" algn="ctr">
                      <a:solidFill>
                        <a:srgbClr val="958473"/>
                      </a:solidFill>
                      <a:prstDash val="solid"/>
                      <a:round/>
                      <a:headEnd type="none" w="med" len="med"/>
                      <a:tailEnd type="none" w="med" len="med"/>
                    </a:lnB>
                  </a:tcPr>
                </a:tc>
                <a:extLst>
                  <a:ext uri="{0D108BD9-81ED-4DB2-BD59-A6C34878D82A}">
                    <a16:rowId xmlns:a16="http://schemas.microsoft.com/office/drawing/2014/main" val="386097168"/>
                  </a:ext>
                </a:extLst>
              </a:tr>
            </a:tbl>
          </a:graphicData>
        </a:graphic>
      </p:graphicFrame>
      <p:sp>
        <p:nvSpPr>
          <p:cNvPr id="4" name="Rectangle 3" hidden="1">
            <a:extLst>
              <a:ext uri="{FF2B5EF4-FFF2-40B4-BE49-F238E27FC236}">
                <a16:creationId xmlns:a16="http://schemas.microsoft.com/office/drawing/2014/main" id="{B602B822-4998-4124-A9E0-10075A822D59}"/>
              </a:ext>
            </a:extLst>
          </p:cNvPr>
          <p:cNvSpPr/>
          <p:nvPr/>
        </p:nvSpPr>
        <p:spPr>
          <a:xfrm>
            <a:off x="160" y="0"/>
            <a:ext cx="144076" cy="1440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defPPr>
              <a:defRPr lang="es-ES"/>
            </a:defPPr>
            <a:lvl1pPr marL="0" algn="l" defTabSz="829818" rtl="0" eaLnBrk="1" latinLnBrk="0" hangingPunct="1">
              <a:defRPr sz="1634" kern="1200">
                <a:solidFill>
                  <a:schemeClr val="tx1"/>
                </a:solidFill>
                <a:latin typeface="+mn-lt"/>
                <a:ea typeface="+mn-ea"/>
                <a:cs typeface="+mn-cs"/>
              </a:defRPr>
            </a:lvl1pPr>
            <a:lvl2pPr marL="414909" algn="l" defTabSz="829818" rtl="0" eaLnBrk="1" latinLnBrk="0" hangingPunct="1">
              <a:defRPr sz="1634" kern="1200">
                <a:solidFill>
                  <a:schemeClr val="tx1"/>
                </a:solidFill>
                <a:latin typeface="+mn-lt"/>
                <a:ea typeface="+mn-ea"/>
                <a:cs typeface="+mn-cs"/>
              </a:defRPr>
            </a:lvl2pPr>
            <a:lvl3pPr marL="829818" algn="l" defTabSz="829818" rtl="0" eaLnBrk="1" latinLnBrk="0" hangingPunct="1">
              <a:defRPr sz="1634" kern="1200">
                <a:solidFill>
                  <a:schemeClr val="tx1"/>
                </a:solidFill>
                <a:latin typeface="+mn-lt"/>
                <a:ea typeface="+mn-ea"/>
                <a:cs typeface="+mn-cs"/>
              </a:defRPr>
            </a:lvl3pPr>
            <a:lvl4pPr marL="1244727" algn="l" defTabSz="829818" rtl="0" eaLnBrk="1" latinLnBrk="0" hangingPunct="1">
              <a:defRPr sz="1634" kern="1200">
                <a:solidFill>
                  <a:schemeClr val="tx1"/>
                </a:solidFill>
                <a:latin typeface="+mn-lt"/>
                <a:ea typeface="+mn-ea"/>
                <a:cs typeface="+mn-cs"/>
              </a:defRPr>
            </a:lvl4pPr>
            <a:lvl5pPr marL="1659636" algn="l" defTabSz="829818" rtl="0" eaLnBrk="1" latinLnBrk="0" hangingPunct="1">
              <a:defRPr sz="1634" kern="1200">
                <a:solidFill>
                  <a:schemeClr val="tx1"/>
                </a:solidFill>
                <a:latin typeface="+mn-lt"/>
                <a:ea typeface="+mn-ea"/>
                <a:cs typeface="+mn-cs"/>
              </a:defRPr>
            </a:lvl5pPr>
            <a:lvl6pPr marL="2074545" algn="l" defTabSz="829818" rtl="0" eaLnBrk="1" latinLnBrk="0" hangingPunct="1">
              <a:defRPr sz="1634" kern="1200">
                <a:solidFill>
                  <a:schemeClr val="tx1"/>
                </a:solidFill>
                <a:latin typeface="+mn-lt"/>
                <a:ea typeface="+mn-ea"/>
                <a:cs typeface="+mn-cs"/>
              </a:defRPr>
            </a:lvl6pPr>
            <a:lvl7pPr marL="2489454" algn="l" defTabSz="829818" rtl="0" eaLnBrk="1" latinLnBrk="0" hangingPunct="1">
              <a:defRPr sz="1634" kern="1200">
                <a:solidFill>
                  <a:schemeClr val="tx1"/>
                </a:solidFill>
                <a:latin typeface="+mn-lt"/>
                <a:ea typeface="+mn-ea"/>
                <a:cs typeface="+mn-cs"/>
              </a:defRPr>
            </a:lvl7pPr>
            <a:lvl8pPr marL="2904363" algn="l" defTabSz="829818" rtl="0" eaLnBrk="1" latinLnBrk="0" hangingPunct="1">
              <a:defRPr sz="1634" kern="1200">
                <a:solidFill>
                  <a:schemeClr val="tx1"/>
                </a:solidFill>
                <a:latin typeface="+mn-lt"/>
                <a:ea typeface="+mn-ea"/>
                <a:cs typeface="+mn-cs"/>
              </a:defRPr>
            </a:lvl8pPr>
            <a:lvl9pPr marL="3319272" algn="l" defTabSz="829818" rtl="0" eaLnBrk="1" latinLnBrk="0" hangingPunct="1">
              <a:defRPr sz="1634" kern="1200">
                <a:solidFill>
                  <a:schemeClr val="tx1"/>
                </a:solidFill>
                <a:latin typeface="+mn-lt"/>
                <a:ea typeface="+mn-ea"/>
                <a:cs typeface="+mn-cs"/>
              </a:defRPr>
            </a:lvl9pPr>
          </a:lstStyle>
          <a:p>
            <a:pPr algn="ctr"/>
            <a:endParaRPr lang="es-ES" sz="2541">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10" name="Marcador de número de diapositiva 1">
            <a:extLst>
              <a:ext uri="{FF2B5EF4-FFF2-40B4-BE49-F238E27FC236}">
                <a16:creationId xmlns:a16="http://schemas.microsoft.com/office/drawing/2014/main" id="{DB01E264-84E4-4F43-BCEE-A78FF4DAB83D}"/>
              </a:ext>
            </a:extLst>
          </p:cNvPr>
          <p:cNvSpPr txBox="1">
            <a:spLocks/>
          </p:cNvSpPr>
          <p:nvPr/>
        </p:nvSpPr>
        <p:spPr>
          <a:xfrm>
            <a:off x="11684725" y="6623540"/>
            <a:ext cx="512665" cy="232052"/>
          </a:xfrm>
          <a:prstGeom prst="rect">
            <a:avLst/>
          </a:prstGeom>
        </p:spPr>
        <p:txBody>
          <a:bodyPr/>
          <a:lstStyle>
            <a:defPPr>
              <a:defRPr lang="es-ES"/>
            </a:defPPr>
            <a:lvl1pPr marL="0" algn="l" defTabSz="829818" rtl="0" eaLnBrk="1" latinLnBrk="0" hangingPunct="1">
              <a:defRPr sz="1634" kern="1200">
                <a:solidFill>
                  <a:schemeClr val="tx1"/>
                </a:solidFill>
                <a:latin typeface="+mn-lt"/>
                <a:ea typeface="+mn-ea"/>
                <a:cs typeface="+mn-cs"/>
              </a:defRPr>
            </a:lvl1pPr>
            <a:lvl2pPr marL="414909" algn="l" defTabSz="829818" rtl="0" eaLnBrk="1" latinLnBrk="0" hangingPunct="1">
              <a:defRPr sz="1634" kern="1200">
                <a:solidFill>
                  <a:schemeClr val="tx1"/>
                </a:solidFill>
                <a:latin typeface="+mn-lt"/>
                <a:ea typeface="+mn-ea"/>
                <a:cs typeface="+mn-cs"/>
              </a:defRPr>
            </a:lvl2pPr>
            <a:lvl3pPr marL="829818" algn="l" defTabSz="829818" rtl="0" eaLnBrk="1" latinLnBrk="0" hangingPunct="1">
              <a:defRPr sz="1634" kern="1200">
                <a:solidFill>
                  <a:schemeClr val="tx1"/>
                </a:solidFill>
                <a:latin typeface="+mn-lt"/>
                <a:ea typeface="+mn-ea"/>
                <a:cs typeface="+mn-cs"/>
              </a:defRPr>
            </a:lvl3pPr>
            <a:lvl4pPr marL="1244727" algn="l" defTabSz="829818" rtl="0" eaLnBrk="1" latinLnBrk="0" hangingPunct="1">
              <a:defRPr sz="1634" kern="1200">
                <a:solidFill>
                  <a:schemeClr val="tx1"/>
                </a:solidFill>
                <a:latin typeface="+mn-lt"/>
                <a:ea typeface="+mn-ea"/>
                <a:cs typeface="+mn-cs"/>
              </a:defRPr>
            </a:lvl4pPr>
            <a:lvl5pPr marL="1659636" algn="l" defTabSz="829818" rtl="0" eaLnBrk="1" latinLnBrk="0" hangingPunct="1">
              <a:defRPr sz="1634" kern="1200">
                <a:solidFill>
                  <a:schemeClr val="tx1"/>
                </a:solidFill>
                <a:latin typeface="+mn-lt"/>
                <a:ea typeface="+mn-ea"/>
                <a:cs typeface="+mn-cs"/>
              </a:defRPr>
            </a:lvl5pPr>
            <a:lvl6pPr marL="2074545" algn="l" defTabSz="829818" rtl="0" eaLnBrk="1" latinLnBrk="0" hangingPunct="1">
              <a:defRPr sz="1634" kern="1200">
                <a:solidFill>
                  <a:schemeClr val="tx1"/>
                </a:solidFill>
                <a:latin typeface="+mn-lt"/>
                <a:ea typeface="+mn-ea"/>
                <a:cs typeface="+mn-cs"/>
              </a:defRPr>
            </a:lvl6pPr>
            <a:lvl7pPr marL="2489454" algn="l" defTabSz="829818" rtl="0" eaLnBrk="1" latinLnBrk="0" hangingPunct="1">
              <a:defRPr sz="1634" kern="1200">
                <a:solidFill>
                  <a:schemeClr val="tx1"/>
                </a:solidFill>
                <a:latin typeface="+mn-lt"/>
                <a:ea typeface="+mn-ea"/>
                <a:cs typeface="+mn-cs"/>
              </a:defRPr>
            </a:lvl7pPr>
            <a:lvl8pPr marL="2904363" algn="l" defTabSz="829818" rtl="0" eaLnBrk="1" latinLnBrk="0" hangingPunct="1">
              <a:defRPr sz="1634" kern="1200">
                <a:solidFill>
                  <a:schemeClr val="tx1"/>
                </a:solidFill>
                <a:latin typeface="+mn-lt"/>
                <a:ea typeface="+mn-ea"/>
                <a:cs typeface="+mn-cs"/>
              </a:defRPr>
            </a:lvl8pPr>
            <a:lvl9pPr marL="3319272" algn="l" defTabSz="829818" rtl="0" eaLnBrk="1" latinLnBrk="0" hangingPunct="1">
              <a:defRPr sz="1634" kern="1200">
                <a:solidFill>
                  <a:schemeClr val="tx1"/>
                </a:solidFill>
                <a:latin typeface="+mn-lt"/>
                <a:ea typeface="+mn-ea"/>
                <a:cs typeface="+mn-cs"/>
              </a:defRPr>
            </a:lvl9pPr>
          </a:lstStyle>
          <a:p>
            <a:pPr marL="70891" algn="r"/>
            <a:fld id="{81D60167-4931-47E6-BA6A-407CBD079E47}" type="slidenum">
              <a:rPr lang="es-ES" sz="771" spc="32" smtClean="0">
                <a:solidFill>
                  <a:srgbClr val="898989"/>
                </a:solidFill>
                <a:latin typeface="ABC Monument Grotesk Thin" panose="020B0204040202060203" pitchFamily="34" charset="0"/>
                <a:cs typeface="Arial"/>
              </a:rPr>
              <a:pPr marL="70891" algn="r"/>
              <a:t>10</a:t>
            </a:fld>
            <a:r>
              <a:rPr lang="es-ES" sz="771" spc="32">
                <a:solidFill>
                  <a:srgbClr val="898989"/>
                </a:solidFill>
                <a:latin typeface="ABC Monument Grotesk Thin" panose="020B0204040202060203" pitchFamily="34" charset="0"/>
                <a:cs typeface="Arial"/>
              </a:rPr>
              <a:t>º</a:t>
            </a:r>
            <a:endParaRPr lang="es-ES" sz="771">
              <a:latin typeface="ABC Monument Grotesk Thin" panose="020B0204040202060203" pitchFamily="34" charset="0"/>
              <a:cs typeface="Arial"/>
            </a:endParaRPr>
          </a:p>
        </p:txBody>
      </p:sp>
      <p:sp>
        <p:nvSpPr>
          <p:cNvPr id="12" name="object 3">
            <a:extLst>
              <a:ext uri="{FF2B5EF4-FFF2-40B4-BE49-F238E27FC236}">
                <a16:creationId xmlns:a16="http://schemas.microsoft.com/office/drawing/2014/main" id="{22DD71C4-CF07-4878-A9ED-118F2202E017}"/>
              </a:ext>
            </a:extLst>
          </p:cNvPr>
          <p:cNvSpPr txBox="1">
            <a:spLocks/>
          </p:cNvSpPr>
          <p:nvPr/>
        </p:nvSpPr>
        <p:spPr>
          <a:xfrm>
            <a:off x="356027" y="370542"/>
            <a:ext cx="10283398" cy="344804"/>
          </a:xfrm>
          <a:prstGeom prst="rect">
            <a:avLst/>
          </a:prstGeom>
        </p:spPr>
        <p:txBody>
          <a:bodyPr vert="horz" wrap="square" lIns="0" tIns="0" rIns="0" bIns="0" rtlCol="0">
            <a:noAutofit/>
          </a:bodyPr>
          <a:lstStyle>
            <a:defPPr>
              <a:defRPr lang="es-ES"/>
            </a:defPPr>
            <a:lvl1pPr marL="0" algn="l" defTabSz="829818" rtl="0" eaLnBrk="1" latinLnBrk="0" hangingPunct="1">
              <a:defRPr sz="1634" kern="1200">
                <a:solidFill>
                  <a:schemeClr val="tx1"/>
                </a:solidFill>
                <a:latin typeface="+mn-lt"/>
                <a:ea typeface="+mn-ea"/>
                <a:cs typeface="+mn-cs"/>
              </a:defRPr>
            </a:lvl1pPr>
            <a:lvl2pPr marL="414909" algn="l" defTabSz="829818" rtl="0" eaLnBrk="1" latinLnBrk="0" hangingPunct="1">
              <a:defRPr sz="1634" kern="1200">
                <a:solidFill>
                  <a:schemeClr val="tx1"/>
                </a:solidFill>
                <a:latin typeface="+mn-lt"/>
                <a:ea typeface="+mn-ea"/>
                <a:cs typeface="+mn-cs"/>
              </a:defRPr>
            </a:lvl2pPr>
            <a:lvl3pPr marL="829818" algn="l" defTabSz="829818" rtl="0" eaLnBrk="1" latinLnBrk="0" hangingPunct="1">
              <a:defRPr sz="1634" kern="1200">
                <a:solidFill>
                  <a:schemeClr val="tx1"/>
                </a:solidFill>
                <a:latin typeface="+mn-lt"/>
                <a:ea typeface="+mn-ea"/>
                <a:cs typeface="+mn-cs"/>
              </a:defRPr>
            </a:lvl3pPr>
            <a:lvl4pPr marL="1244727" algn="l" defTabSz="829818" rtl="0" eaLnBrk="1" latinLnBrk="0" hangingPunct="1">
              <a:defRPr sz="1634" kern="1200">
                <a:solidFill>
                  <a:schemeClr val="tx1"/>
                </a:solidFill>
                <a:latin typeface="+mn-lt"/>
                <a:ea typeface="+mn-ea"/>
                <a:cs typeface="+mn-cs"/>
              </a:defRPr>
            </a:lvl4pPr>
            <a:lvl5pPr marL="1659636" algn="l" defTabSz="829818" rtl="0" eaLnBrk="1" latinLnBrk="0" hangingPunct="1">
              <a:defRPr sz="1634" kern="1200">
                <a:solidFill>
                  <a:schemeClr val="tx1"/>
                </a:solidFill>
                <a:latin typeface="+mn-lt"/>
                <a:ea typeface="+mn-ea"/>
                <a:cs typeface="+mn-cs"/>
              </a:defRPr>
            </a:lvl5pPr>
            <a:lvl6pPr marL="2074545" algn="l" defTabSz="829818" rtl="0" eaLnBrk="1" latinLnBrk="0" hangingPunct="1">
              <a:defRPr sz="1634" kern="1200">
                <a:solidFill>
                  <a:schemeClr val="tx1"/>
                </a:solidFill>
                <a:latin typeface="+mn-lt"/>
                <a:ea typeface="+mn-ea"/>
                <a:cs typeface="+mn-cs"/>
              </a:defRPr>
            </a:lvl6pPr>
            <a:lvl7pPr marL="2489454" algn="l" defTabSz="829818" rtl="0" eaLnBrk="1" latinLnBrk="0" hangingPunct="1">
              <a:defRPr sz="1634" kern="1200">
                <a:solidFill>
                  <a:schemeClr val="tx1"/>
                </a:solidFill>
                <a:latin typeface="+mn-lt"/>
                <a:ea typeface="+mn-ea"/>
                <a:cs typeface="+mn-cs"/>
              </a:defRPr>
            </a:lvl7pPr>
            <a:lvl8pPr marL="2904363" algn="l" defTabSz="829818" rtl="0" eaLnBrk="1" latinLnBrk="0" hangingPunct="1">
              <a:defRPr sz="1634" kern="1200">
                <a:solidFill>
                  <a:schemeClr val="tx1"/>
                </a:solidFill>
                <a:latin typeface="+mn-lt"/>
                <a:ea typeface="+mn-ea"/>
                <a:cs typeface="+mn-cs"/>
              </a:defRPr>
            </a:lvl8pPr>
            <a:lvl9pPr marL="3319272" algn="l" defTabSz="829818" rtl="0" eaLnBrk="1" latinLnBrk="0" hangingPunct="1">
              <a:defRPr sz="1634" kern="1200">
                <a:solidFill>
                  <a:schemeClr val="tx1"/>
                </a:solidFill>
                <a:latin typeface="+mn-lt"/>
                <a:ea typeface="+mn-ea"/>
                <a:cs typeface="+mn-cs"/>
              </a:defRPr>
            </a:lvl9pPr>
          </a:lstStyle>
          <a:p>
            <a:pPr marL="37177">
              <a:lnSpc>
                <a:spcPts val="2938"/>
              </a:lnSpc>
              <a:tabLst>
                <a:tab pos="6025005" algn="l"/>
              </a:tabLst>
            </a:pPr>
            <a:r>
              <a:rPr lang="es-ES" sz="3600" spc="163">
                <a:solidFill>
                  <a:srgbClr val="231F20"/>
                </a:solidFill>
                <a:latin typeface="ABC Monument Grotesk" panose="020B0504040202060203" pitchFamily="34" charset="0"/>
                <a:cs typeface="Times New Roman"/>
              </a:rPr>
              <a:t>Sugerencias de mejora</a:t>
            </a:r>
            <a:endParaRPr lang="es-ES" sz="4000">
              <a:latin typeface="ABC Monument Grotesk" panose="020B0504040202060203" pitchFamily="34" charset="0"/>
              <a:cs typeface="Arial"/>
            </a:endParaRPr>
          </a:p>
        </p:txBody>
      </p:sp>
      <p:sp>
        <p:nvSpPr>
          <p:cNvPr id="14" name="CuadroTexto 13">
            <a:extLst>
              <a:ext uri="{FF2B5EF4-FFF2-40B4-BE49-F238E27FC236}">
                <a16:creationId xmlns:a16="http://schemas.microsoft.com/office/drawing/2014/main" id="{14A9E5F5-971E-4199-83B2-B585556B1AF5}"/>
              </a:ext>
            </a:extLst>
          </p:cNvPr>
          <p:cNvSpPr txBox="1"/>
          <p:nvPr/>
        </p:nvSpPr>
        <p:spPr>
          <a:xfrm>
            <a:off x="347984" y="840099"/>
            <a:ext cx="11328560" cy="427553"/>
          </a:xfrm>
          <a:prstGeom prst="rect">
            <a:avLst/>
          </a:prstGeom>
          <a:noFill/>
        </p:spPr>
        <p:txBody>
          <a:bodyPr wrap="square">
            <a:spAutoFit/>
          </a:bodyPr>
          <a:lstStyle>
            <a:defPPr>
              <a:defRPr lang="es-ES"/>
            </a:defPPr>
            <a:lvl1pPr marL="0" algn="l" defTabSz="829818" rtl="0" eaLnBrk="1" latinLnBrk="0" hangingPunct="1">
              <a:defRPr sz="1634" kern="1200">
                <a:solidFill>
                  <a:schemeClr val="tx1"/>
                </a:solidFill>
                <a:latin typeface="+mn-lt"/>
                <a:ea typeface="+mn-ea"/>
                <a:cs typeface="+mn-cs"/>
              </a:defRPr>
            </a:lvl1pPr>
            <a:lvl2pPr marL="414909" algn="l" defTabSz="829818" rtl="0" eaLnBrk="1" latinLnBrk="0" hangingPunct="1">
              <a:defRPr sz="1634" kern="1200">
                <a:solidFill>
                  <a:schemeClr val="tx1"/>
                </a:solidFill>
                <a:latin typeface="+mn-lt"/>
                <a:ea typeface="+mn-ea"/>
                <a:cs typeface="+mn-cs"/>
              </a:defRPr>
            </a:lvl2pPr>
            <a:lvl3pPr marL="829818" algn="l" defTabSz="829818" rtl="0" eaLnBrk="1" latinLnBrk="0" hangingPunct="1">
              <a:defRPr sz="1634" kern="1200">
                <a:solidFill>
                  <a:schemeClr val="tx1"/>
                </a:solidFill>
                <a:latin typeface="+mn-lt"/>
                <a:ea typeface="+mn-ea"/>
                <a:cs typeface="+mn-cs"/>
              </a:defRPr>
            </a:lvl3pPr>
            <a:lvl4pPr marL="1244727" algn="l" defTabSz="829818" rtl="0" eaLnBrk="1" latinLnBrk="0" hangingPunct="1">
              <a:defRPr sz="1634" kern="1200">
                <a:solidFill>
                  <a:schemeClr val="tx1"/>
                </a:solidFill>
                <a:latin typeface="+mn-lt"/>
                <a:ea typeface="+mn-ea"/>
                <a:cs typeface="+mn-cs"/>
              </a:defRPr>
            </a:lvl4pPr>
            <a:lvl5pPr marL="1659636" algn="l" defTabSz="829818" rtl="0" eaLnBrk="1" latinLnBrk="0" hangingPunct="1">
              <a:defRPr sz="1634" kern="1200">
                <a:solidFill>
                  <a:schemeClr val="tx1"/>
                </a:solidFill>
                <a:latin typeface="+mn-lt"/>
                <a:ea typeface="+mn-ea"/>
                <a:cs typeface="+mn-cs"/>
              </a:defRPr>
            </a:lvl5pPr>
            <a:lvl6pPr marL="2074545" algn="l" defTabSz="829818" rtl="0" eaLnBrk="1" latinLnBrk="0" hangingPunct="1">
              <a:defRPr sz="1634" kern="1200">
                <a:solidFill>
                  <a:schemeClr val="tx1"/>
                </a:solidFill>
                <a:latin typeface="+mn-lt"/>
                <a:ea typeface="+mn-ea"/>
                <a:cs typeface="+mn-cs"/>
              </a:defRPr>
            </a:lvl6pPr>
            <a:lvl7pPr marL="2489454" algn="l" defTabSz="829818" rtl="0" eaLnBrk="1" latinLnBrk="0" hangingPunct="1">
              <a:defRPr sz="1634" kern="1200">
                <a:solidFill>
                  <a:schemeClr val="tx1"/>
                </a:solidFill>
                <a:latin typeface="+mn-lt"/>
                <a:ea typeface="+mn-ea"/>
                <a:cs typeface="+mn-cs"/>
              </a:defRPr>
            </a:lvl7pPr>
            <a:lvl8pPr marL="2904363" algn="l" defTabSz="829818" rtl="0" eaLnBrk="1" latinLnBrk="0" hangingPunct="1">
              <a:defRPr sz="1634" kern="1200">
                <a:solidFill>
                  <a:schemeClr val="tx1"/>
                </a:solidFill>
                <a:latin typeface="+mn-lt"/>
                <a:ea typeface="+mn-ea"/>
                <a:cs typeface="+mn-cs"/>
              </a:defRPr>
            </a:lvl8pPr>
            <a:lvl9pPr marL="3319272" algn="l" defTabSz="829818" rtl="0" eaLnBrk="1" latinLnBrk="0" hangingPunct="1">
              <a:defRPr sz="1634" kern="1200">
                <a:solidFill>
                  <a:schemeClr val="tx1"/>
                </a:solidFill>
                <a:latin typeface="+mn-lt"/>
                <a:ea typeface="+mn-ea"/>
                <a:cs typeface="+mn-cs"/>
              </a:defRPr>
            </a:lvl9pPr>
          </a:lstStyle>
          <a:p>
            <a:pPr algn="just"/>
            <a:r>
              <a:rPr lang="es-ES" sz="1100">
                <a:latin typeface="ABC Monument Grotesk Thin" panose="020B0204040202060203" pitchFamily="34" charset="0"/>
              </a:rPr>
              <a:t>A continuación, se muestran las debilidades identificadas para las que, dado su impacto limitado, no se exigirá la elaboración de un plan de acción específico, si bien se exponen para su consideración con el objetivo de mejorar el nivel de control.</a:t>
            </a:r>
          </a:p>
        </p:txBody>
      </p:sp>
      <p:sp>
        <p:nvSpPr>
          <p:cNvPr id="2" name="CuadroTexto 1">
            <a:extLst>
              <a:ext uri="{FF2B5EF4-FFF2-40B4-BE49-F238E27FC236}">
                <a16:creationId xmlns:a16="http://schemas.microsoft.com/office/drawing/2014/main" id="{43EF28CF-D14E-1863-2965-0B72F6CF7AD8}"/>
              </a:ext>
            </a:extLst>
          </p:cNvPr>
          <p:cNvSpPr txBox="1"/>
          <p:nvPr/>
        </p:nvSpPr>
        <p:spPr>
          <a:xfrm>
            <a:off x="9791700" y="276225"/>
            <a:ext cx="847725" cy="369332"/>
          </a:xfrm>
          <a:prstGeom prst="rect">
            <a:avLst/>
          </a:prstGeom>
          <a:noFill/>
        </p:spPr>
        <p:txBody>
          <a:bodyPr wrap="square" rtlCol="0">
            <a:spAutoFit/>
          </a:bodyPr>
          <a:lstStyle/>
          <a:p>
            <a:endParaRPr lang="es-ES"/>
          </a:p>
        </p:txBody>
      </p:sp>
    </p:spTree>
    <p:extLst>
      <p:ext uri="{BB962C8B-B14F-4D97-AF65-F5344CB8AC3E}">
        <p14:creationId xmlns:p14="http://schemas.microsoft.com/office/powerpoint/2010/main" val="2556560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4">
            <a:extLst>
              <a:ext uri="{FF2B5EF4-FFF2-40B4-BE49-F238E27FC236}">
                <a16:creationId xmlns:a16="http://schemas.microsoft.com/office/drawing/2014/main" id="{ED3A1957-3A80-4866-938F-EFE7D284A52F}"/>
              </a:ext>
            </a:extLst>
          </p:cNvPr>
          <p:cNvSpPr txBox="1"/>
          <p:nvPr/>
        </p:nvSpPr>
        <p:spPr>
          <a:xfrm>
            <a:off x="879802" y="1280551"/>
            <a:ext cx="10957567" cy="3938831"/>
          </a:xfrm>
          <a:prstGeom prst="rect">
            <a:avLst/>
          </a:prstGeom>
        </p:spPr>
        <p:txBody>
          <a:bodyPr vert="horz" wrap="square" lIns="0" tIns="0" rIns="0" bIns="0" rtlCol="0">
            <a:noAutofit/>
          </a:bodyPr>
          <a:lstStyle>
            <a:defPPr>
              <a:defRPr lang="es-ES"/>
            </a:defPPr>
            <a:lvl1pPr marL="0" algn="l" defTabSz="829818" rtl="0" eaLnBrk="1" latinLnBrk="0" hangingPunct="1">
              <a:defRPr sz="1634" kern="1200">
                <a:solidFill>
                  <a:schemeClr val="tx1"/>
                </a:solidFill>
                <a:latin typeface="+mn-lt"/>
                <a:ea typeface="+mn-ea"/>
                <a:cs typeface="+mn-cs"/>
              </a:defRPr>
            </a:lvl1pPr>
            <a:lvl2pPr marL="414909" algn="l" defTabSz="829818" rtl="0" eaLnBrk="1" latinLnBrk="0" hangingPunct="1">
              <a:defRPr sz="1634" kern="1200">
                <a:solidFill>
                  <a:schemeClr val="tx1"/>
                </a:solidFill>
                <a:latin typeface="+mn-lt"/>
                <a:ea typeface="+mn-ea"/>
                <a:cs typeface="+mn-cs"/>
              </a:defRPr>
            </a:lvl2pPr>
            <a:lvl3pPr marL="829818" algn="l" defTabSz="829818" rtl="0" eaLnBrk="1" latinLnBrk="0" hangingPunct="1">
              <a:defRPr sz="1634" kern="1200">
                <a:solidFill>
                  <a:schemeClr val="tx1"/>
                </a:solidFill>
                <a:latin typeface="+mn-lt"/>
                <a:ea typeface="+mn-ea"/>
                <a:cs typeface="+mn-cs"/>
              </a:defRPr>
            </a:lvl3pPr>
            <a:lvl4pPr marL="1244727" algn="l" defTabSz="829818" rtl="0" eaLnBrk="1" latinLnBrk="0" hangingPunct="1">
              <a:defRPr sz="1634" kern="1200">
                <a:solidFill>
                  <a:schemeClr val="tx1"/>
                </a:solidFill>
                <a:latin typeface="+mn-lt"/>
                <a:ea typeface="+mn-ea"/>
                <a:cs typeface="+mn-cs"/>
              </a:defRPr>
            </a:lvl4pPr>
            <a:lvl5pPr marL="1659636" algn="l" defTabSz="829818" rtl="0" eaLnBrk="1" latinLnBrk="0" hangingPunct="1">
              <a:defRPr sz="1634" kern="1200">
                <a:solidFill>
                  <a:schemeClr val="tx1"/>
                </a:solidFill>
                <a:latin typeface="+mn-lt"/>
                <a:ea typeface="+mn-ea"/>
                <a:cs typeface="+mn-cs"/>
              </a:defRPr>
            </a:lvl5pPr>
            <a:lvl6pPr marL="2074545" algn="l" defTabSz="829818" rtl="0" eaLnBrk="1" latinLnBrk="0" hangingPunct="1">
              <a:defRPr sz="1634" kern="1200">
                <a:solidFill>
                  <a:schemeClr val="tx1"/>
                </a:solidFill>
                <a:latin typeface="+mn-lt"/>
                <a:ea typeface="+mn-ea"/>
                <a:cs typeface="+mn-cs"/>
              </a:defRPr>
            </a:lvl6pPr>
            <a:lvl7pPr marL="2489454" algn="l" defTabSz="829818" rtl="0" eaLnBrk="1" latinLnBrk="0" hangingPunct="1">
              <a:defRPr sz="1634" kern="1200">
                <a:solidFill>
                  <a:schemeClr val="tx1"/>
                </a:solidFill>
                <a:latin typeface="+mn-lt"/>
                <a:ea typeface="+mn-ea"/>
                <a:cs typeface="+mn-cs"/>
              </a:defRPr>
            </a:lvl7pPr>
            <a:lvl8pPr marL="2904363" algn="l" defTabSz="829818" rtl="0" eaLnBrk="1" latinLnBrk="0" hangingPunct="1">
              <a:defRPr sz="1634" kern="1200">
                <a:solidFill>
                  <a:schemeClr val="tx1"/>
                </a:solidFill>
                <a:latin typeface="+mn-lt"/>
                <a:ea typeface="+mn-ea"/>
                <a:cs typeface="+mn-cs"/>
              </a:defRPr>
            </a:lvl8pPr>
            <a:lvl9pPr marL="3319272" algn="l" defTabSz="829818" rtl="0" eaLnBrk="1" latinLnBrk="0" hangingPunct="1">
              <a:defRPr sz="1634" kern="1200">
                <a:solidFill>
                  <a:schemeClr val="tx1"/>
                </a:solidFill>
                <a:latin typeface="+mn-lt"/>
                <a:ea typeface="+mn-ea"/>
                <a:cs typeface="+mn-cs"/>
              </a:defRPr>
            </a:lvl9pPr>
          </a:lstStyle>
          <a:p>
            <a:pPr marL="10950">
              <a:buClr>
                <a:srgbClr val="17375E"/>
              </a:buClr>
              <a:buSzPct val="121739"/>
              <a:tabLst>
                <a:tab pos="440906" algn="l"/>
              </a:tabLst>
            </a:pPr>
            <a:r>
              <a:rPr lang="es-ES" sz="2200">
                <a:latin typeface="ABC Monument Grotesk Thin" panose="020B0204040202060203" pitchFamily="34" charset="0"/>
                <a:cs typeface="Times New Roman"/>
              </a:rPr>
              <a:t>Introducción</a:t>
            </a:r>
          </a:p>
          <a:p>
            <a:pPr marL="10950">
              <a:buClr>
                <a:srgbClr val="17375E"/>
              </a:buClr>
              <a:buSzPct val="121739"/>
              <a:tabLst>
                <a:tab pos="440906" algn="l"/>
              </a:tabLst>
            </a:pPr>
            <a:endParaRPr lang="es-ES" sz="2000">
              <a:latin typeface="ABC Monument Grotesk Thin" panose="020B0204040202060203" pitchFamily="34" charset="0"/>
              <a:cs typeface="Times New Roman"/>
            </a:endParaRPr>
          </a:p>
          <a:p>
            <a:pPr marL="10950">
              <a:buClr>
                <a:srgbClr val="17375E"/>
              </a:buClr>
              <a:buSzPct val="121739"/>
              <a:tabLst>
                <a:tab pos="440906" algn="l"/>
              </a:tabLst>
            </a:pPr>
            <a:endParaRPr lang="es-ES" sz="2000">
              <a:latin typeface="ABC Monument Grotesk Thin" panose="020B0204040202060203" pitchFamily="34" charset="0"/>
              <a:cs typeface="Times New Roman"/>
            </a:endParaRPr>
          </a:p>
          <a:p>
            <a:pPr marL="10950">
              <a:buClr>
                <a:srgbClr val="17375E"/>
              </a:buClr>
              <a:buSzPct val="121739"/>
              <a:tabLst>
                <a:tab pos="440906" algn="l"/>
              </a:tabLst>
            </a:pPr>
            <a:r>
              <a:rPr lang="es-ES" sz="2200">
                <a:latin typeface="ABC Monument Grotesk Thin" panose="020B0204040202060203" pitchFamily="34" charset="0"/>
                <a:cs typeface="Times New Roman"/>
              </a:rPr>
              <a:t>Resumen ejecutivo</a:t>
            </a:r>
          </a:p>
          <a:p>
            <a:pPr marL="10950">
              <a:buClr>
                <a:srgbClr val="17375E"/>
              </a:buClr>
              <a:buSzPct val="121739"/>
              <a:tabLst>
                <a:tab pos="440906" algn="l"/>
              </a:tabLst>
            </a:pPr>
            <a:endParaRPr lang="es-ES" sz="2000">
              <a:latin typeface="ABC Monument Grotesk Thin" panose="020B0204040202060203" pitchFamily="34" charset="0"/>
              <a:cs typeface="Times New Roman"/>
            </a:endParaRPr>
          </a:p>
          <a:p>
            <a:pPr marL="10950">
              <a:buClr>
                <a:srgbClr val="17375E"/>
              </a:buClr>
              <a:buSzPct val="121739"/>
              <a:tabLst>
                <a:tab pos="440906" algn="l"/>
              </a:tabLst>
            </a:pPr>
            <a:endParaRPr lang="es-ES" sz="2000">
              <a:latin typeface="ABC Monument Grotesk Thin" panose="020B0204040202060203" pitchFamily="34" charset="0"/>
              <a:cs typeface="Times New Roman"/>
            </a:endParaRPr>
          </a:p>
          <a:p>
            <a:pPr marL="10950">
              <a:buClr>
                <a:srgbClr val="17375E"/>
              </a:buClr>
              <a:buSzPct val="121739"/>
              <a:tabLst>
                <a:tab pos="440906" algn="l"/>
              </a:tabLst>
            </a:pPr>
            <a:r>
              <a:rPr lang="es-ES" sz="2200">
                <a:latin typeface="ABC Monument Grotesk Thin" panose="020B0204040202060203" pitchFamily="34" charset="0"/>
                <a:cs typeface="Times New Roman"/>
              </a:rPr>
              <a:t>Detalle de conclusiones</a:t>
            </a:r>
          </a:p>
          <a:p>
            <a:pPr marL="10950">
              <a:buClr>
                <a:srgbClr val="17375E"/>
              </a:buClr>
              <a:buSzPct val="121739"/>
              <a:tabLst>
                <a:tab pos="440906" algn="l"/>
              </a:tabLst>
            </a:pPr>
            <a:endParaRPr lang="es-ES" sz="2000">
              <a:latin typeface="ABC Monument Grotesk Thin" panose="020B0204040202060203" pitchFamily="34" charset="0"/>
              <a:cs typeface="Times New Roman"/>
            </a:endParaRPr>
          </a:p>
          <a:p>
            <a:pPr marL="10950">
              <a:buClr>
                <a:srgbClr val="17375E"/>
              </a:buClr>
              <a:buSzPct val="121739"/>
              <a:tabLst>
                <a:tab pos="440906" algn="l"/>
              </a:tabLst>
            </a:pPr>
            <a:endParaRPr lang="es-ES" sz="2000">
              <a:latin typeface="ABC Monument Grotesk Thin" panose="020B0204040202060203" pitchFamily="34" charset="0"/>
              <a:cs typeface="Times New Roman"/>
            </a:endParaRPr>
          </a:p>
          <a:p>
            <a:pPr marL="10950">
              <a:buClr>
                <a:srgbClr val="17375E"/>
              </a:buClr>
              <a:buSzPct val="121739"/>
              <a:tabLst>
                <a:tab pos="440906" algn="l"/>
              </a:tabLst>
            </a:pPr>
            <a:r>
              <a:rPr lang="es-ES" sz="2200">
                <a:latin typeface="ABC Monument Grotesk Thin" panose="020B0204040202060203" pitchFamily="34" charset="0"/>
                <a:cs typeface="Times New Roman"/>
              </a:rPr>
              <a:t>Detalle de sugerencias de mejora</a:t>
            </a:r>
          </a:p>
          <a:p>
            <a:pPr marL="10950">
              <a:buClr>
                <a:srgbClr val="17375E"/>
              </a:buClr>
              <a:buSzPct val="121739"/>
              <a:tabLst>
                <a:tab pos="440906" algn="l"/>
              </a:tabLst>
            </a:pPr>
            <a:endParaRPr lang="es-ES" sz="2200">
              <a:latin typeface="ABC Monument Grotesk Thin" panose="020B0204040202060203" pitchFamily="34" charset="0"/>
              <a:cs typeface="Times New Roman"/>
            </a:endParaRPr>
          </a:p>
          <a:p>
            <a:pPr marL="10950">
              <a:buClr>
                <a:srgbClr val="17375E"/>
              </a:buClr>
              <a:buSzPct val="121739"/>
              <a:tabLst>
                <a:tab pos="440906" algn="l"/>
              </a:tabLst>
            </a:pPr>
            <a:endParaRPr lang="es-ES" sz="2200">
              <a:latin typeface="ABC Monument Grotesk Thin" panose="020B0204040202060203" pitchFamily="34" charset="0"/>
              <a:cs typeface="Times New Roman"/>
            </a:endParaRPr>
          </a:p>
          <a:p>
            <a:pPr marL="10950">
              <a:buClr>
                <a:srgbClr val="17375E"/>
              </a:buClr>
              <a:buSzPct val="121739"/>
              <a:tabLst>
                <a:tab pos="440906" algn="l"/>
              </a:tabLst>
            </a:pPr>
            <a:r>
              <a:rPr lang="es-ES" sz="5400">
                <a:latin typeface="ABC Monument Grotesk" panose="020B0504040202060203" pitchFamily="34" charset="0"/>
                <a:cs typeface="Times New Roman"/>
              </a:rPr>
              <a:t>Anexo</a:t>
            </a:r>
            <a:endParaRPr sz="5400">
              <a:latin typeface="ABC Monument Grotesk" panose="020B0504040202060203" pitchFamily="34" charset="0"/>
              <a:cs typeface="Times New Roman"/>
            </a:endParaRPr>
          </a:p>
        </p:txBody>
      </p:sp>
      <p:cxnSp>
        <p:nvCxnSpPr>
          <p:cNvPr id="8" name="Conector recto 7">
            <a:extLst>
              <a:ext uri="{FF2B5EF4-FFF2-40B4-BE49-F238E27FC236}">
                <a16:creationId xmlns:a16="http://schemas.microsoft.com/office/drawing/2014/main" id="{03E9FB98-BFCA-4710-A800-237F691608E1}"/>
              </a:ext>
            </a:extLst>
          </p:cNvPr>
          <p:cNvCxnSpPr/>
          <p:nvPr/>
        </p:nvCxnSpPr>
        <p:spPr>
          <a:xfrm>
            <a:off x="440803" y="622994"/>
            <a:ext cx="0" cy="550526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Elipse 8">
            <a:extLst>
              <a:ext uri="{FF2B5EF4-FFF2-40B4-BE49-F238E27FC236}">
                <a16:creationId xmlns:a16="http://schemas.microsoft.com/office/drawing/2014/main" id="{FD100F16-962E-4BE4-9375-C71F71F5B2EA}"/>
              </a:ext>
            </a:extLst>
          </p:cNvPr>
          <p:cNvSpPr/>
          <p:nvPr/>
        </p:nvSpPr>
        <p:spPr>
          <a:xfrm>
            <a:off x="354629" y="1349999"/>
            <a:ext cx="180000" cy="180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Elipse 9">
            <a:extLst>
              <a:ext uri="{FF2B5EF4-FFF2-40B4-BE49-F238E27FC236}">
                <a16:creationId xmlns:a16="http://schemas.microsoft.com/office/drawing/2014/main" id="{8D8867A4-CD94-4179-B842-CC656208F5F5}"/>
              </a:ext>
            </a:extLst>
          </p:cNvPr>
          <p:cNvSpPr/>
          <p:nvPr/>
        </p:nvSpPr>
        <p:spPr>
          <a:xfrm>
            <a:off x="354629" y="2289482"/>
            <a:ext cx="180000" cy="180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Elipse 10">
            <a:extLst>
              <a:ext uri="{FF2B5EF4-FFF2-40B4-BE49-F238E27FC236}">
                <a16:creationId xmlns:a16="http://schemas.microsoft.com/office/drawing/2014/main" id="{1F6AA0DD-FF03-49B2-9414-5686FF127381}"/>
              </a:ext>
            </a:extLst>
          </p:cNvPr>
          <p:cNvSpPr/>
          <p:nvPr/>
        </p:nvSpPr>
        <p:spPr>
          <a:xfrm>
            <a:off x="354629" y="3242791"/>
            <a:ext cx="180000" cy="180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Elipse 11">
            <a:extLst>
              <a:ext uri="{FF2B5EF4-FFF2-40B4-BE49-F238E27FC236}">
                <a16:creationId xmlns:a16="http://schemas.microsoft.com/office/drawing/2014/main" id="{A42C5769-4B0F-40B0-89D0-4E2F5D38B044}"/>
              </a:ext>
            </a:extLst>
          </p:cNvPr>
          <p:cNvSpPr/>
          <p:nvPr/>
        </p:nvSpPr>
        <p:spPr>
          <a:xfrm>
            <a:off x="354629" y="4200333"/>
            <a:ext cx="180000" cy="180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Elipse 12">
            <a:extLst>
              <a:ext uri="{FF2B5EF4-FFF2-40B4-BE49-F238E27FC236}">
                <a16:creationId xmlns:a16="http://schemas.microsoft.com/office/drawing/2014/main" id="{8E2ACE9A-CC9D-4E39-B2DC-B295BE2B98AB}"/>
              </a:ext>
            </a:extLst>
          </p:cNvPr>
          <p:cNvSpPr/>
          <p:nvPr/>
        </p:nvSpPr>
        <p:spPr>
          <a:xfrm>
            <a:off x="354629" y="5436407"/>
            <a:ext cx="180000" cy="180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 name="Imagen 9">
            <a:extLst>
              <a:ext uri="{FF2B5EF4-FFF2-40B4-BE49-F238E27FC236}">
                <a16:creationId xmlns:a16="http://schemas.microsoft.com/office/drawing/2014/main" id="{05A5B76B-0F45-ED05-369B-7BC681A1C0B8}"/>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11036174" y="6361995"/>
            <a:ext cx="764324" cy="213122"/>
          </a:xfrm>
          <a:prstGeom prst="rect">
            <a:avLst/>
          </a:prstGeom>
        </p:spPr>
      </p:pic>
    </p:spTree>
    <p:extLst>
      <p:ext uri="{BB962C8B-B14F-4D97-AF65-F5344CB8AC3E}">
        <p14:creationId xmlns:p14="http://schemas.microsoft.com/office/powerpoint/2010/main" val="377825681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6_DRhTZIRrLKshwqAMIMFA"/>
</p:tagLst>
</file>

<file path=ppt/theme/theme1.xml><?xml version="1.0" encoding="utf-8"?>
<a:theme xmlns:a="http://schemas.openxmlformats.org/drawingml/2006/main" name="Tema de Office">
  <a:themeElements>
    <a:clrScheme name="Tema d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Tema de 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Calibri Light"/>
        <a:ea typeface="Calibri Light"/>
        <a:cs typeface="Calibri Light"/>
      </a:majorFont>
      <a:minorFont>
        <a:latin typeface="Calibri"/>
        <a:ea typeface="Calibri"/>
        <a:cs typeface="Calibri"/>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rgbClr val="5B9BD5"/>
          </a:solidFill>
          <a:prstDash val="solid"/>
          <a:miter lim="4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rgbClr val="5B9BD5"/>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emplate/>
  <TotalTime>6</TotalTime>
  <Words>2434</Words>
  <Application>Microsoft Office PowerPoint</Application>
  <PresentationFormat>Widescreen</PresentationFormat>
  <Paragraphs>255</Paragraphs>
  <Slides>11</Slides>
  <Notes>0</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1</vt:i4>
      </vt:variant>
      <vt:variant>
        <vt:lpstr>Slide Titles</vt:lpstr>
      </vt:variant>
      <vt:variant>
        <vt:i4>11</vt:i4>
      </vt:variant>
    </vt:vector>
  </HeadingPairs>
  <TitlesOfParts>
    <vt:vector size="23" baseType="lpstr">
      <vt:lpstr>ABC Monument Grotesk</vt:lpstr>
      <vt:lpstr>ABC Monument Grotesk Light</vt:lpstr>
      <vt:lpstr>ABC Monument Grotesk Medium</vt:lpstr>
      <vt:lpstr>ABC Monument Grotesk Thin</vt:lpstr>
      <vt:lpstr>Arial</vt:lpstr>
      <vt:lpstr>Calibri</vt:lpstr>
      <vt:lpstr>Calibri Light</vt:lpstr>
      <vt:lpstr>Century Gothic</vt:lpstr>
      <vt:lpstr>Helvetica Neue Medium</vt:lpstr>
      <vt:lpstr>Times New Roman</vt:lpstr>
      <vt:lpstr>Tema de Office</vt:lpstr>
      <vt:lpstr>think-cell Slide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Plantilla de informe de auditoría interna</dc:title>
  <dc:subject/>
  <dc:creator/>
  <cp:keywords/>
  <dc:description/>
  <cp:lastModifiedBy/>
  <cp:revision>1</cp:revision>
  <cp:lastPrinted>2022-07-07T14:13:22Z</cp:lastPrinted>
  <dcterms:modified xsi:type="dcterms:W3CDTF">2026-08-27T12:22:45Z</dcterms:modified>
  <cp:category/>
</cp:coreProperties>
</file>